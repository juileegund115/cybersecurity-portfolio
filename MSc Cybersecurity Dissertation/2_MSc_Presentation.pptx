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96" r:id="rId2"/>
    <p:sldId id="307" r:id="rId3"/>
    <p:sldId id="297" r:id="rId4"/>
    <p:sldId id="306" r:id="rId5"/>
    <p:sldId id="298" r:id="rId6"/>
    <p:sldId id="300" r:id="rId7"/>
    <p:sldId id="301" r:id="rId8"/>
    <p:sldId id="302" r:id="rId9"/>
    <p:sldId id="304" r:id="rId10"/>
    <p:sldId id="308" r:id="rId11"/>
    <p:sldId id="309" r:id="rId12"/>
    <p:sldId id="311" r:id="rId13"/>
    <p:sldId id="312" r:id="rId14"/>
    <p:sldId id="313" r:id="rId15"/>
  </p:sldIdLst>
  <p:sldSz cx="9144000" cy="5143500" type="screen16x9"/>
  <p:notesSz cx="6858000" cy="9144000"/>
  <p:embeddedFontLst>
    <p:embeddedFont>
      <p:font typeface="Abadi" panose="020B0604020104020204" pitchFamily="34" charset="0"/>
      <p:regular r:id="rId17"/>
    </p:embeddedFont>
    <p:embeddedFont>
      <p:font typeface="Fira Sans Extra Condensed SemiBold" panose="020B0604020202020204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A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67E6A4-AE9F-408B-AC76-F8BD49689ABB}">
  <a:tblStyle styleId="{E067E6A4-AE9F-408B-AC76-F8BD49689A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509"/>
  </p:normalViewPr>
  <p:slideViewPr>
    <p:cSldViewPr snapToGrid="0">
      <p:cViewPr varScale="1">
        <p:scale>
          <a:sx n="93" d="100"/>
          <a:sy n="93" d="100"/>
        </p:scale>
        <p:origin x="5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5590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833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11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1873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9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4247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2.jp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2.jp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hainalysis.com/blog/japan-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394E110D-DC0B-F0F6-8A87-2E4444BD90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133" y="93133"/>
            <a:ext cx="8966200" cy="4982635"/>
          </a:xfrm>
          <a:prstGeom prst="rect">
            <a:avLst/>
          </a:prstGeom>
        </p:spPr>
      </p:pic>
      <p:pic>
        <p:nvPicPr>
          <p:cNvPr id="10" name="Picture 9" descr="A blue hexagons and arrows&#10;&#10;Description automatically generated">
            <a:extLst>
              <a:ext uri="{FF2B5EF4-FFF2-40B4-BE49-F238E27FC236}">
                <a16:creationId xmlns:a16="http://schemas.microsoft.com/office/drawing/2014/main" id="{6FA2A43A-02EF-AB45-3FD2-B5B307A72A0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5400000">
            <a:off x="-756539" y="930108"/>
            <a:ext cx="4982634" cy="32832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CF83D32-1A1D-C7F7-4CF2-7749A7186433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20CEC8-57A6-ACB0-AF4A-6D7AC7167637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697;p41">
            <a:extLst>
              <a:ext uri="{FF2B5EF4-FFF2-40B4-BE49-F238E27FC236}">
                <a16:creationId xmlns:a16="http://schemas.microsoft.com/office/drawing/2014/main" id="{E986EAE2-BB7B-2EB8-910C-FB8DF740E234}"/>
              </a:ext>
            </a:extLst>
          </p:cNvPr>
          <p:cNvSpPr txBox="1">
            <a:spLocks/>
          </p:cNvSpPr>
          <p:nvPr/>
        </p:nvSpPr>
        <p:spPr>
          <a:xfrm>
            <a:off x="-1011111" y="19051"/>
            <a:ext cx="5309169" cy="541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7D70E3-D1E7-C2EB-F98C-9F28151AB658}"/>
              </a:ext>
            </a:extLst>
          </p:cNvPr>
          <p:cNvSpPr txBox="1"/>
          <p:nvPr/>
        </p:nvSpPr>
        <p:spPr>
          <a:xfrm>
            <a:off x="6180668" y="3141133"/>
            <a:ext cx="300566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algn="ctr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Juilee Gund (2677497)</a:t>
            </a:r>
          </a:p>
          <a:p>
            <a:pPr algn="ctr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: </a:t>
            </a:r>
          </a:p>
          <a:p>
            <a:pPr algn="ctr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Pascal Berrang</a:t>
            </a:r>
          </a:p>
          <a:p>
            <a:pPr algn="ctr"/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3A907E6A-7166-2C3C-51DB-48C14EBFFA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0401" y="433138"/>
            <a:ext cx="455391" cy="532622"/>
          </a:xfrm>
          <a:prstGeom prst="rect">
            <a:avLst/>
          </a:prstGeom>
        </p:spPr>
      </p:pic>
      <p:sp>
        <p:nvSpPr>
          <p:cNvPr id="23" name="Google Shape;697;p41">
            <a:extLst>
              <a:ext uri="{FF2B5EF4-FFF2-40B4-BE49-F238E27FC236}">
                <a16:creationId xmlns:a16="http://schemas.microsoft.com/office/drawing/2014/main" id="{2A1AF16C-4C37-DE32-541E-82579CD4E5E3}"/>
              </a:ext>
            </a:extLst>
          </p:cNvPr>
          <p:cNvSpPr txBox="1">
            <a:spLocks/>
          </p:cNvSpPr>
          <p:nvPr/>
        </p:nvSpPr>
        <p:spPr>
          <a:xfrm>
            <a:off x="4946620" y="19051"/>
            <a:ext cx="5309169" cy="541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lang="en-GB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Birmingham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237BEA-1132-A4B2-DE10-5B7AA82C6FE0}"/>
              </a:ext>
            </a:extLst>
          </p:cNvPr>
          <p:cNvSpPr txBox="1"/>
          <p:nvPr/>
        </p:nvSpPr>
        <p:spPr>
          <a:xfrm>
            <a:off x="774401" y="2248584"/>
            <a:ext cx="7595197" cy="646331"/>
          </a:xfrm>
          <a:prstGeom prst="rect">
            <a:avLst/>
          </a:prstGeom>
          <a:solidFill>
            <a:srgbClr val="FEFEFD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Validation of the Ethereum JSON RPC API for ERC-20 Token Transaction Retrieval &amp; Money Laundering Detection</a:t>
            </a:r>
            <a:endParaRPr lang="en-GB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itle 8">
            <a:extLst>
              <a:ext uri="{FF2B5EF4-FFF2-40B4-BE49-F238E27FC236}">
                <a16:creationId xmlns:a16="http://schemas.microsoft.com/office/drawing/2014/main" id="{F783ADB8-FEE0-BB2A-74E8-F6BA066443A6}"/>
              </a:ext>
            </a:extLst>
          </p:cNvPr>
          <p:cNvSpPr txBox="1">
            <a:spLocks/>
          </p:cNvSpPr>
          <p:nvPr/>
        </p:nvSpPr>
        <p:spPr>
          <a:xfrm>
            <a:off x="2825833" y="1331843"/>
            <a:ext cx="3492331" cy="84146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MSc Project</a:t>
            </a:r>
            <a:b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MSc Demonstration :</a:t>
            </a:r>
            <a:endParaRPr lang="en-GB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674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714" y="93133"/>
            <a:ext cx="8966200" cy="4982635"/>
          </a:xfrm>
          <a:prstGeom prst="rect">
            <a:avLst/>
          </a:prstGeom>
        </p:spPr>
      </p:pic>
      <p:pic>
        <p:nvPicPr>
          <p:cNvPr id="10" name="Picture 9" descr="A blue hexagons and arrows&#10;&#10;Description automatically generated">
            <a:extLst>
              <a:ext uri="{FF2B5EF4-FFF2-40B4-BE49-F238E27FC236}">
                <a16:creationId xmlns:a16="http://schemas.microsoft.com/office/drawing/2014/main" id="{9A08F8D9-EDB4-FACB-13C4-290E2F8C79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5400000">
            <a:off x="-744915" y="930104"/>
            <a:ext cx="4982634" cy="32832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714;p43">
            <a:extLst>
              <a:ext uri="{FF2B5EF4-FFF2-40B4-BE49-F238E27FC236}">
                <a16:creationId xmlns:a16="http://schemas.microsoft.com/office/drawing/2014/main" id="{7DABC87B-3868-264F-B82F-24CE844D248C}"/>
              </a:ext>
            </a:extLst>
          </p:cNvPr>
          <p:cNvSpPr txBox="1">
            <a:spLocks/>
          </p:cNvSpPr>
          <p:nvPr/>
        </p:nvSpPr>
        <p:spPr>
          <a:xfrm>
            <a:off x="1069785" y="1276327"/>
            <a:ext cx="778500" cy="4476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01</a:t>
            </a:r>
          </a:p>
        </p:txBody>
      </p:sp>
      <p:sp>
        <p:nvSpPr>
          <p:cNvPr id="4" name="Google Shape;715;p43">
            <a:extLst>
              <a:ext uri="{FF2B5EF4-FFF2-40B4-BE49-F238E27FC236}">
                <a16:creationId xmlns:a16="http://schemas.microsoft.com/office/drawing/2014/main" id="{BC5831DA-8675-9AA3-5DAA-7059B7034FBC}"/>
              </a:ext>
            </a:extLst>
          </p:cNvPr>
          <p:cNvSpPr txBox="1">
            <a:spLocks/>
          </p:cNvSpPr>
          <p:nvPr/>
        </p:nvSpPr>
        <p:spPr>
          <a:xfrm>
            <a:off x="-160328" y="1725076"/>
            <a:ext cx="337769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b="1" dirty="0">
                <a:ln/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Background &amp; Problem</a:t>
            </a:r>
          </a:p>
        </p:txBody>
      </p:sp>
      <p:sp>
        <p:nvSpPr>
          <p:cNvPr id="5" name="Google Shape;717;p43">
            <a:extLst>
              <a:ext uri="{FF2B5EF4-FFF2-40B4-BE49-F238E27FC236}">
                <a16:creationId xmlns:a16="http://schemas.microsoft.com/office/drawing/2014/main" id="{8C833D6F-C00C-D7BC-81AA-E9CC12449E8F}"/>
              </a:ext>
            </a:extLst>
          </p:cNvPr>
          <p:cNvSpPr txBox="1">
            <a:spLocks/>
          </p:cNvSpPr>
          <p:nvPr/>
        </p:nvSpPr>
        <p:spPr>
          <a:xfrm>
            <a:off x="7295715" y="1276327"/>
            <a:ext cx="778500" cy="4476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03</a:t>
            </a:r>
          </a:p>
        </p:txBody>
      </p:sp>
      <p:sp>
        <p:nvSpPr>
          <p:cNvPr id="6" name="Google Shape;718;p43">
            <a:extLst>
              <a:ext uri="{FF2B5EF4-FFF2-40B4-BE49-F238E27FC236}">
                <a16:creationId xmlns:a16="http://schemas.microsoft.com/office/drawing/2014/main" id="{BA8593AE-9699-E342-567C-096D04E10E6F}"/>
              </a:ext>
            </a:extLst>
          </p:cNvPr>
          <p:cNvSpPr txBox="1">
            <a:spLocks/>
          </p:cNvSpPr>
          <p:nvPr/>
        </p:nvSpPr>
        <p:spPr>
          <a:xfrm>
            <a:off x="6116445" y="1725076"/>
            <a:ext cx="3096409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b="1" dirty="0">
                <a:ln/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Methodology </a:t>
            </a:r>
          </a:p>
        </p:txBody>
      </p:sp>
      <p:sp>
        <p:nvSpPr>
          <p:cNvPr id="7" name="Google Shape;720;p43">
            <a:extLst>
              <a:ext uri="{FF2B5EF4-FFF2-40B4-BE49-F238E27FC236}">
                <a16:creationId xmlns:a16="http://schemas.microsoft.com/office/drawing/2014/main" id="{5849758A-2403-B2F0-63FF-9A59BBC043C8}"/>
              </a:ext>
            </a:extLst>
          </p:cNvPr>
          <p:cNvSpPr txBox="1">
            <a:spLocks/>
          </p:cNvSpPr>
          <p:nvPr/>
        </p:nvSpPr>
        <p:spPr>
          <a:xfrm>
            <a:off x="4182749" y="1276327"/>
            <a:ext cx="778500" cy="4476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02</a:t>
            </a:r>
          </a:p>
        </p:txBody>
      </p:sp>
      <p:sp>
        <p:nvSpPr>
          <p:cNvPr id="8" name="Google Shape;721;p43">
            <a:extLst>
              <a:ext uri="{FF2B5EF4-FFF2-40B4-BE49-F238E27FC236}">
                <a16:creationId xmlns:a16="http://schemas.microsoft.com/office/drawing/2014/main" id="{C6BD4E5C-023A-DEF7-706B-FE966A500F07}"/>
              </a:ext>
            </a:extLst>
          </p:cNvPr>
          <p:cNvSpPr txBox="1">
            <a:spLocks/>
          </p:cNvSpPr>
          <p:nvPr/>
        </p:nvSpPr>
        <p:spPr>
          <a:xfrm>
            <a:off x="3416878" y="1729032"/>
            <a:ext cx="2339073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b="1" dirty="0">
                <a:ln/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Aim &amp; Objectives</a:t>
            </a:r>
          </a:p>
        </p:txBody>
      </p:sp>
      <p:sp>
        <p:nvSpPr>
          <p:cNvPr id="9" name="Google Shape;723;p43">
            <a:extLst>
              <a:ext uri="{FF2B5EF4-FFF2-40B4-BE49-F238E27FC236}">
                <a16:creationId xmlns:a16="http://schemas.microsoft.com/office/drawing/2014/main" id="{84B5EACB-900E-5610-A78A-782AB74C4A19}"/>
              </a:ext>
            </a:extLst>
          </p:cNvPr>
          <p:cNvSpPr txBox="1">
            <a:spLocks/>
          </p:cNvSpPr>
          <p:nvPr/>
        </p:nvSpPr>
        <p:spPr>
          <a:xfrm>
            <a:off x="1069785" y="2950670"/>
            <a:ext cx="778500" cy="4476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04</a:t>
            </a:r>
          </a:p>
        </p:txBody>
      </p:sp>
      <p:sp>
        <p:nvSpPr>
          <p:cNvPr id="11" name="Google Shape;724;p43">
            <a:extLst>
              <a:ext uri="{FF2B5EF4-FFF2-40B4-BE49-F238E27FC236}">
                <a16:creationId xmlns:a16="http://schemas.microsoft.com/office/drawing/2014/main" id="{7E54F1CC-07A5-6844-C303-F647FE4CE6BC}"/>
              </a:ext>
            </a:extLst>
          </p:cNvPr>
          <p:cNvSpPr txBox="1">
            <a:spLocks/>
          </p:cNvSpPr>
          <p:nvPr/>
        </p:nvSpPr>
        <p:spPr>
          <a:xfrm>
            <a:off x="72950" y="3396848"/>
            <a:ext cx="2812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b="1" dirty="0">
                <a:ln/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Analysis &amp; Results </a:t>
            </a:r>
          </a:p>
        </p:txBody>
      </p:sp>
      <p:sp>
        <p:nvSpPr>
          <p:cNvPr id="12" name="Google Shape;723;p43">
            <a:extLst>
              <a:ext uri="{FF2B5EF4-FFF2-40B4-BE49-F238E27FC236}">
                <a16:creationId xmlns:a16="http://schemas.microsoft.com/office/drawing/2014/main" id="{526FE263-90ED-2E60-1074-8DC19B9D4754}"/>
              </a:ext>
            </a:extLst>
          </p:cNvPr>
          <p:cNvSpPr txBox="1">
            <a:spLocks/>
          </p:cNvSpPr>
          <p:nvPr/>
        </p:nvSpPr>
        <p:spPr>
          <a:xfrm>
            <a:off x="4182750" y="2950670"/>
            <a:ext cx="778500" cy="447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2600" b="1" i="0" u="none" strike="noStrike" cap="none">
                <a:solidFill>
                  <a:schemeClr val="lt2"/>
                </a:solidFill>
                <a:latin typeface="Prata"/>
                <a:ea typeface="Prata"/>
                <a:cs typeface="Prata"/>
                <a:sym typeface="Pr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r>
              <a:rPr lang="en" sz="20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05</a:t>
            </a:r>
          </a:p>
        </p:txBody>
      </p:sp>
      <p:sp>
        <p:nvSpPr>
          <p:cNvPr id="13" name="Google Shape;723;p43">
            <a:extLst>
              <a:ext uri="{FF2B5EF4-FFF2-40B4-BE49-F238E27FC236}">
                <a16:creationId xmlns:a16="http://schemas.microsoft.com/office/drawing/2014/main" id="{15674D6C-8CF5-9A34-7DB9-AD39D6459026}"/>
              </a:ext>
            </a:extLst>
          </p:cNvPr>
          <p:cNvSpPr txBox="1">
            <a:spLocks/>
          </p:cNvSpPr>
          <p:nvPr/>
        </p:nvSpPr>
        <p:spPr>
          <a:xfrm>
            <a:off x="7295715" y="2950670"/>
            <a:ext cx="778500" cy="447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2600" b="1" i="0" u="none" strike="noStrike" cap="none">
                <a:solidFill>
                  <a:schemeClr val="lt2"/>
                </a:solidFill>
                <a:latin typeface="Prata"/>
                <a:ea typeface="Prata"/>
                <a:cs typeface="Prata"/>
                <a:sym typeface="Pr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 i="0" u="none" strike="noStrike" cap="none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r>
              <a:rPr lang="en" sz="20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06</a:t>
            </a:r>
          </a:p>
        </p:txBody>
      </p:sp>
      <p:sp>
        <p:nvSpPr>
          <p:cNvPr id="14" name="Google Shape;724;p43">
            <a:extLst>
              <a:ext uri="{FF2B5EF4-FFF2-40B4-BE49-F238E27FC236}">
                <a16:creationId xmlns:a16="http://schemas.microsoft.com/office/drawing/2014/main" id="{D2A87667-68CE-FB90-0377-EC5716C60A03}"/>
              </a:ext>
            </a:extLst>
          </p:cNvPr>
          <p:cNvSpPr txBox="1">
            <a:spLocks/>
          </p:cNvSpPr>
          <p:nvPr/>
        </p:nvSpPr>
        <p:spPr>
          <a:xfrm>
            <a:off x="3170162" y="3403375"/>
            <a:ext cx="2812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GB" sz="1800" dirty="0">
                <a:ln/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Conclusion</a:t>
            </a:r>
          </a:p>
        </p:txBody>
      </p:sp>
      <p:sp>
        <p:nvSpPr>
          <p:cNvPr id="17" name="Google Shape;724;p43">
            <a:extLst>
              <a:ext uri="{FF2B5EF4-FFF2-40B4-BE49-F238E27FC236}">
                <a16:creationId xmlns:a16="http://schemas.microsoft.com/office/drawing/2014/main" id="{6CAD6FB9-7A56-12E7-03F5-FB79ADB63422}"/>
              </a:ext>
            </a:extLst>
          </p:cNvPr>
          <p:cNvSpPr txBox="1">
            <a:spLocks/>
          </p:cNvSpPr>
          <p:nvPr/>
        </p:nvSpPr>
        <p:spPr>
          <a:xfrm>
            <a:off x="6258250" y="3403375"/>
            <a:ext cx="2812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GB" sz="1800" dirty="0">
                <a:ln/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795372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86895" y="86782"/>
            <a:ext cx="8966200" cy="4982635"/>
          </a:xfrm>
          <a:prstGeom prst="rect">
            <a:avLst/>
          </a:prstGeom>
        </p:spPr>
      </p:pic>
      <p:pic>
        <p:nvPicPr>
          <p:cNvPr id="10" name="Picture 9" descr="A blue hexagons and arrows&#10;&#10;Description automatically generated">
            <a:extLst>
              <a:ext uri="{FF2B5EF4-FFF2-40B4-BE49-F238E27FC236}">
                <a16:creationId xmlns:a16="http://schemas.microsoft.com/office/drawing/2014/main" id="{9A08F8D9-EDB4-FACB-13C4-290E2F8C793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5400000">
            <a:off x="-756539" y="930108"/>
            <a:ext cx="4982634" cy="32832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498E08-2B40-6CFD-9DCE-E1D480CA6847}"/>
              </a:ext>
            </a:extLst>
          </p:cNvPr>
          <p:cNvSpPr txBox="1"/>
          <p:nvPr/>
        </p:nvSpPr>
        <p:spPr>
          <a:xfrm>
            <a:off x="1609561" y="163143"/>
            <a:ext cx="54362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Blockchain Technology</a:t>
            </a:r>
          </a:p>
        </p:txBody>
      </p:sp>
      <p:cxnSp>
        <p:nvCxnSpPr>
          <p:cNvPr id="4" name="Google Shape;1241;p22">
            <a:extLst>
              <a:ext uri="{FF2B5EF4-FFF2-40B4-BE49-F238E27FC236}">
                <a16:creationId xmlns:a16="http://schemas.microsoft.com/office/drawing/2014/main" id="{22071369-C446-8EE4-DB0B-5CD4E90A5683}"/>
              </a:ext>
            </a:extLst>
          </p:cNvPr>
          <p:cNvCxnSpPr>
            <a:cxnSpLocks/>
          </p:cNvCxnSpPr>
          <p:nvPr/>
        </p:nvCxnSpPr>
        <p:spPr>
          <a:xfrm flipV="1">
            <a:off x="5325872" y="1484791"/>
            <a:ext cx="114837" cy="173411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Google Shape;1241;p22">
            <a:extLst>
              <a:ext uri="{FF2B5EF4-FFF2-40B4-BE49-F238E27FC236}">
                <a16:creationId xmlns:a16="http://schemas.microsoft.com/office/drawing/2014/main" id="{82C4AF1C-EFE7-219A-C4FC-12E8883CA297}"/>
              </a:ext>
            </a:extLst>
          </p:cNvPr>
          <p:cNvCxnSpPr>
            <a:cxnSpLocks/>
          </p:cNvCxnSpPr>
          <p:nvPr/>
        </p:nvCxnSpPr>
        <p:spPr>
          <a:xfrm flipV="1">
            <a:off x="5622874" y="1076099"/>
            <a:ext cx="106051" cy="163934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241;p22">
            <a:extLst>
              <a:ext uri="{FF2B5EF4-FFF2-40B4-BE49-F238E27FC236}">
                <a16:creationId xmlns:a16="http://schemas.microsoft.com/office/drawing/2014/main" id="{3ACBCEFC-6B70-3966-38C9-B7D67F6135EF}"/>
              </a:ext>
            </a:extLst>
          </p:cNvPr>
          <p:cNvCxnSpPr>
            <a:cxnSpLocks/>
          </p:cNvCxnSpPr>
          <p:nvPr/>
        </p:nvCxnSpPr>
        <p:spPr>
          <a:xfrm>
            <a:off x="5629027" y="1485688"/>
            <a:ext cx="137641" cy="155841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1241;p22">
            <a:extLst>
              <a:ext uri="{FF2B5EF4-FFF2-40B4-BE49-F238E27FC236}">
                <a16:creationId xmlns:a16="http://schemas.microsoft.com/office/drawing/2014/main" id="{DFC4F742-E4FD-B984-922B-71FA695ED25B}"/>
              </a:ext>
            </a:extLst>
          </p:cNvPr>
          <p:cNvCxnSpPr>
            <a:cxnSpLocks/>
          </p:cNvCxnSpPr>
          <p:nvPr/>
        </p:nvCxnSpPr>
        <p:spPr>
          <a:xfrm>
            <a:off x="5682568" y="1370089"/>
            <a:ext cx="215790" cy="2265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1241;p22">
            <a:extLst>
              <a:ext uri="{FF2B5EF4-FFF2-40B4-BE49-F238E27FC236}">
                <a16:creationId xmlns:a16="http://schemas.microsoft.com/office/drawing/2014/main" id="{DB547EB9-9D7F-0E2B-F2A5-080256881688}"/>
              </a:ext>
            </a:extLst>
          </p:cNvPr>
          <p:cNvCxnSpPr>
            <a:cxnSpLocks/>
          </p:cNvCxnSpPr>
          <p:nvPr/>
        </p:nvCxnSpPr>
        <p:spPr>
          <a:xfrm>
            <a:off x="5298008" y="1126908"/>
            <a:ext cx="128812" cy="12542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0" name="Google Shape;3212;p36">
            <a:extLst>
              <a:ext uri="{FF2B5EF4-FFF2-40B4-BE49-F238E27FC236}">
                <a16:creationId xmlns:a16="http://schemas.microsoft.com/office/drawing/2014/main" id="{2A38B09E-2BA8-1FD9-73DB-F784EFDDC230}"/>
              </a:ext>
            </a:extLst>
          </p:cNvPr>
          <p:cNvGrpSpPr/>
          <p:nvPr/>
        </p:nvGrpSpPr>
        <p:grpSpPr>
          <a:xfrm>
            <a:off x="693271" y="898402"/>
            <a:ext cx="779374" cy="736479"/>
            <a:chOff x="6330300" y="991275"/>
            <a:chExt cx="1926218" cy="1867668"/>
          </a:xfrm>
        </p:grpSpPr>
        <p:sp>
          <p:nvSpPr>
            <p:cNvPr id="61" name="Google Shape;3213;p36">
              <a:extLst>
                <a:ext uri="{FF2B5EF4-FFF2-40B4-BE49-F238E27FC236}">
                  <a16:creationId xmlns:a16="http://schemas.microsoft.com/office/drawing/2014/main" id="{CC01E152-0FD8-BF5D-B06C-D3C03C0BEDF3}"/>
                </a:ext>
              </a:extLst>
            </p:cNvPr>
            <p:cNvSpPr/>
            <p:nvPr/>
          </p:nvSpPr>
          <p:spPr>
            <a:xfrm>
              <a:off x="6330300" y="992515"/>
              <a:ext cx="1167739" cy="1393496"/>
            </a:xfrm>
            <a:custGeom>
              <a:avLst/>
              <a:gdLst/>
              <a:ahLst/>
              <a:cxnLst/>
              <a:rect l="l" t="t" r="r" b="b"/>
              <a:pathLst>
                <a:path w="47091" h="56195" extrusionOk="0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214;p36">
              <a:extLst>
                <a:ext uri="{FF2B5EF4-FFF2-40B4-BE49-F238E27FC236}">
                  <a16:creationId xmlns:a16="http://schemas.microsoft.com/office/drawing/2014/main" id="{8256601F-09C3-38F0-398E-1BC0A89C58AE}"/>
                </a:ext>
              </a:extLst>
            </p:cNvPr>
            <p:cNvSpPr/>
            <p:nvPr/>
          </p:nvSpPr>
          <p:spPr>
            <a:xfrm>
              <a:off x="6335929" y="991275"/>
              <a:ext cx="1167714" cy="1405374"/>
            </a:xfrm>
            <a:custGeom>
              <a:avLst/>
              <a:gdLst/>
              <a:ahLst/>
              <a:cxnLst/>
              <a:rect l="l" t="t" r="r" b="b"/>
              <a:pathLst>
                <a:path w="47090" h="56674" extrusionOk="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215;p36">
              <a:extLst>
                <a:ext uri="{FF2B5EF4-FFF2-40B4-BE49-F238E27FC236}">
                  <a16:creationId xmlns:a16="http://schemas.microsoft.com/office/drawing/2014/main" id="{9E12AA49-1EA7-7764-9A36-E283E9297BD1}"/>
                </a:ext>
              </a:extLst>
            </p:cNvPr>
            <p:cNvSpPr/>
            <p:nvPr/>
          </p:nvSpPr>
          <p:spPr>
            <a:xfrm>
              <a:off x="6341533" y="995986"/>
              <a:ext cx="1167714" cy="1405398"/>
            </a:xfrm>
            <a:custGeom>
              <a:avLst/>
              <a:gdLst/>
              <a:ahLst/>
              <a:cxnLst/>
              <a:rect l="l" t="t" r="r" b="b"/>
              <a:pathLst>
                <a:path w="47090" h="56675" extrusionOk="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216;p36">
              <a:extLst>
                <a:ext uri="{FF2B5EF4-FFF2-40B4-BE49-F238E27FC236}">
                  <a16:creationId xmlns:a16="http://schemas.microsoft.com/office/drawing/2014/main" id="{8112996B-1911-9969-F026-1E58640AE7C2}"/>
                </a:ext>
              </a:extLst>
            </p:cNvPr>
            <p:cNvSpPr/>
            <p:nvPr/>
          </p:nvSpPr>
          <p:spPr>
            <a:xfrm>
              <a:off x="6374289" y="1060060"/>
              <a:ext cx="1108374" cy="1293785"/>
            </a:xfrm>
            <a:custGeom>
              <a:avLst/>
              <a:gdLst/>
              <a:ahLst/>
              <a:cxnLst/>
              <a:rect l="l" t="t" r="r" b="b"/>
              <a:pathLst>
                <a:path w="44697" h="52174" extrusionOk="0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217;p36">
              <a:extLst>
                <a:ext uri="{FF2B5EF4-FFF2-40B4-BE49-F238E27FC236}">
                  <a16:creationId xmlns:a16="http://schemas.microsoft.com/office/drawing/2014/main" id="{8AD8CDC3-F53F-8403-0328-6696FCEB0043}"/>
                </a:ext>
              </a:extLst>
            </p:cNvPr>
            <p:cNvSpPr/>
            <p:nvPr/>
          </p:nvSpPr>
          <p:spPr>
            <a:xfrm>
              <a:off x="6374289" y="1062713"/>
              <a:ext cx="1108671" cy="1284932"/>
            </a:xfrm>
            <a:custGeom>
              <a:avLst/>
              <a:gdLst/>
              <a:ahLst/>
              <a:cxnLst/>
              <a:rect l="l" t="t" r="r" b="b"/>
              <a:pathLst>
                <a:path w="44709" h="51817" extrusionOk="0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218;p36">
              <a:extLst>
                <a:ext uri="{FF2B5EF4-FFF2-40B4-BE49-F238E27FC236}">
                  <a16:creationId xmlns:a16="http://schemas.microsoft.com/office/drawing/2014/main" id="{931F962A-0F20-677D-89E5-636D71151375}"/>
                </a:ext>
              </a:extLst>
            </p:cNvPr>
            <p:cNvSpPr/>
            <p:nvPr/>
          </p:nvSpPr>
          <p:spPr>
            <a:xfrm>
              <a:off x="6370470" y="1739083"/>
              <a:ext cx="1886048" cy="1095678"/>
            </a:xfrm>
            <a:custGeom>
              <a:avLst/>
              <a:gdLst/>
              <a:ahLst/>
              <a:cxnLst/>
              <a:rect l="l" t="t" r="r" b="b"/>
              <a:pathLst>
                <a:path w="76058" h="44185" extrusionOk="0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219;p36">
              <a:extLst>
                <a:ext uri="{FF2B5EF4-FFF2-40B4-BE49-F238E27FC236}">
                  <a16:creationId xmlns:a16="http://schemas.microsoft.com/office/drawing/2014/main" id="{D2A5E645-42D2-CE92-8F3B-126BC88DB648}"/>
                </a:ext>
              </a:extLst>
            </p:cNvPr>
            <p:cNvSpPr/>
            <p:nvPr/>
          </p:nvSpPr>
          <p:spPr>
            <a:xfrm>
              <a:off x="6515428" y="1816720"/>
              <a:ext cx="1422806" cy="824071"/>
            </a:xfrm>
            <a:custGeom>
              <a:avLst/>
              <a:gdLst/>
              <a:ahLst/>
              <a:cxnLst/>
              <a:rect l="l" t="t" r="r" b="b"/>
              <a:pathLst>
                <a:path w="57377" h="33232" extrusionOk="0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220;p36">
              <a:extLst>
                <a:ext uri="{FF2B5EF4-FFF2-40B4-BE49-F238E27FC236}">
                  <a16:creationId xmlns:a16="http://schemas.microsoft.com/office/drawing/2014/main" id="{D124BF5E-DE38-4BC8-5B45-1AE32A4D6D6A}"/>
                </a:ext>
              </a:extLst>
            </p:cNvPr>
            <p:cNvSpPr/>
            <p:nvPr/>
          </p:nvSpPr>
          <p:spPr>
            <a:xfrm>
              <a:off x="7288918" y="2266650"/>
              <a:ext cx="544751" cy="315350"/>
            </a:xfrm>
            <a:custGeom>
              <a:avLst/>
              <a:gdLst/>
              <a:ahLst/>
              <a:cxnLst/>
              <a:rect l="l" t="t" r="r" b="b"/>
              <a:pathLst>
                <a:path w="21968" h="12717" extrusionOk="0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221;p36">
              <a:extLst>
                <a:ext uri="{FF2B5EF4-FFF2-40B4-BE49-F238E27FC236}">
                  <a16:creationId xmlns:a16="http://schemas.microsoft.com/office/drawing/2014/main" id="{F1AE0636-617C-AECD-B766-FCF099B33A36}"/>
                </a:ext>
              </a:extLst>
            </p:cNvPr>
            <p:cNvSpPr/>
            <p:nvPr/>
          </p:nvSpPr>
          <p:spPr>
            <a:xfrm>
              <a:off x="7289811" y="2269625"/>
              <a:ext cx="544156" cy="312374"/>
            </a:xfrm>
            <a:custGeom>
              <a:avLst/>
              <a:gdLst/>
              <a:ahLst/>
              <a:cxnLst/>
              <a:rect l="l" t="t" r="r" b="b"/>
              <a:pathLst>
                <a:path w="21944" h="12597" extrusionOk="0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222;p36">
              <a:extLst>
                <a:ext uri="{FF2B5EF4-FFF2-40B4-BE49-F238E27FC236}">
                  <a16:creationId xmlns:a16="http://schemas.microsoft.com/office/drawing/2014/main" id="{A58D19C6-6936-9060-8180-A8E38F546350}"/>
                </a:ext>
              </a:extLst>
            </p:cNvPr>
            <p:cNvSpPr/>
            <p:nvPr/>
          </p:nvSpPr>
          <p:spPr>
            <a:xfrm>
              <a:off x="6540819" y="1834152"/>
              <a:ext cx="1385312" cy="781543"/>
            </a:xfrm>
            <a:custGeom>
              <a:avLst/>
              <a:gdLst/>
              <a:ahLst/>
              <a:cxnLst/>
              <a:rect l="l" t="t" r="r" b="b"/>
              <a:pathLst>
                <a:path w="55865" h="31517" extrusionOk="0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223;p36">
              <a:extLst>
                <a:ext uri="{FF2B5EF4-FFF2-40B4-BE49-F238E27FC236}">
                  <a16:creationId xmlns:a16="http://schemas.microsoft.com/office/drawing/2014/main" id="{B3B957B9-538C-FB42-8C40-C8AA849D5F88}"/>
                </a:ext>
              </a:extLst>
            </p:cNvPr>
            <p:cNvSpPr/>
            <p:nvPr/>
          </p:nvSpPr>
          <p:spPr>
            <a:xfrm>
              <a:off x="7463979" y="1775112"/>
              <a:ext cx="49645" cy="28368"/>
            </a:xfrm>
            <a:custGeom>
              <a:avLst/>
              <a:gdLst/>
              <a:ahLst/>
              <a:cxnLst/>
              <a:rect l="l" t="t" r="r" b="b"/>
              <a:pathLst>
                <a:path w="2002" h="1144" extrusionOk="0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224;p36">
              <a:extLst>
                <a:ext uri="{FF2B5EF4-FFF2-40B4-BE49-F238E27FC236}">
                  <a16:creationId xmlns:a16="http://schemas.microsoft.com/office/drawing/2014/main" id="{3BE9A25C-70AC-149E-A77B-4285E14AB7E5}"/>
                </a:ext>
              </a:extLst>
            </p:cNvPr>
            <p:cNvSpPr/>
            <p:nvPr/>
          </p:nvSpPr>
          <p:spPr>
            <a:xfrm>
              <a:off x="7467524" y="1777170"/>
              <a:ext cx="42553" cy="24227"/>
            </a:xfrm>
            <a:custGeom>
              <a:avLst/>
              <a:gdLst/>
              <a:ahLst/>
              <a:cxnLst/>
              <a:rect l="l" t="t" r="r" b="b"/>
              <a:pathLst>
                <a:path w="1716" h="977" extrusionOk="0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225;p36">
              <a:extLst>
                <a:ext uri="{FF2B5EF4-FFF2-40B4-BE49-F238E27FC236}">
                  <a16:creationId xmlns:a16="http://schemas.microsoft.com/office/drawing/2014/main" id="{AE2D103A-4747-3081-5037-DAC98A95DFBD}"/>
                </a:ext>
              </a:extLst>
            </p:cNvPr>
            <p:cNvSpPr/>
            <p:nvPr/>
          </p:nvSpPr>
          <p:spPr>
            <a:xfrm>
              <a:off x="6369875" y="2166572"/>
              <a:ext cx="1886643" cy="692371"/>
            </a:xfrm>
            <a:custGeom>
              <a:avLst/>
              <a:gdLst/>
              <a:ahLst/>
              <a:cxnLst/>
              <a:rect l="l" t="t" r="r" b="b"/>
              <a:pathLst>
                <a:path w="76082" h="27921" extrusionOk="0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2683;p33">
            <a:extLst>
              <a:ext uri="{FF2B5EF4-FFF2-40B4-BE49-F238E27FC236}">
                <a16:creationId xmlns:a16="http://schemas.microsoft.com/office/drawing/2014/main" id="{87ADC7A2-B7D5-4A05-9D81-89D669E5D599}"/>
              </a:ext>
            </a:extLst>
          </p:cNvPr>
          <p:cNvGrpSpPr/>
          <p:nvPr/>
        </p:nvGrpSpPr>
        <p:grpSpPr>
          <a:xfrm>
            <a:off x="2897951" y="997210"/>
            <a:ext cx="517126" cy="557123"/>
            <a:chOff x="3669150" y="2223718"/>
            <a:chExt cx="436237" cy="503799"/>
          </a:xfrm>
        </p:grpSpPr>
        <p:sp>
          <p:nvSpPr>
            <p:cNvPr id="75" name="Google Shape;2684;p33">
              <a:extLst>
                <a:ext uri="{FF2B5EF4-FFF2-40B4-BE49-F238E27FC236}">
                  <a16:creationId xmlns:a16="http://schemas.microsoft.com/office/drawing/2014/main" id="{36869A42-D440-29ED-95CA-F1D61F078832}"/>
                </a:ext>
              </a:extLst>
            </p:cNvPr>
            <p:cNvSpPr/>
            <p:nvPr/>
          </p:nvSpPr>
          <p:spPr>
            <a:xfrm>
              <a:off x="3669150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685;p33">
              <a:extLst>
                <a:ext uri="{FF2B5EF4-FFF2-40B4-BE49-F238E27FC236}">
                  <a16:creationId xmlns:a16="http://schemas.microsoft.com/office/drawing/2014/main" id="{C231790A-652B-B0A5-5EBF-A14728DB9623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686;p33">
              <a:extLst>
                <a:ext uri="{FF2B5EF4-FFF2-40B4-BE49-F238E27FC236}">
                  <a16:creationId xmlns:a16="http://schemas.microsoft.com/office/drawing/2014/main" id="{B220B477-D1D8-B9DE-ED8E-1C883E6824EC}"/>
                </a:ext>
              </a:extLst>
            </p:cNvPr>
            <p:cNvSpPr/>
            <p:nvPr/>
          </p:nvSpPr>
          <p:spPr>
            <a:xfrm>
              <a:off x="3887469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3212;p36">
            <a:extLst>
              <a:ext uri="{FF2B5EF4-FFF2-40B4-BE49-F238E27FC236}">
                <a16:creationId xmlns:a16="http://schemas.microsoft.com/office/drawing/2014/main" id="{074CE593-B14F-4BD9-07C6-BB8B8FAEA4BB}"/>
              </a:ext>
            </a:extLst>
          </p:cNvPr>
          <p:cNvGrpSpPr/>
          <p:nvPr/>
        </p:nvGrpSpPr>
        <p:grpSpPr>
          <a:xfrm>
            <a:off x="4925101" y="731145"/>
            <a:ext cx="496647" cy="511444"/>
            <a:chOff x="6330300" y="991275"/>
            <a:chExt cx="1926218" cy="1867668"/>
          </a:xfrm>
        </p:grpSpPr>
        <p:sp>
          <p:nvSpPr>
            <p:cNvPr id="79" name="Google Shape;3213;p36">
              <a:extLst>
                <a:ext uri="{FF2B5EF4-FFF2-40B4-BE49-F238E27FC236}">
                  <a16:creationId xmlns:a16="http://schemas.microsoft.com/office/drawing/2014/main" id="{39DD18E4-415C-B7D9-5380-D018BCB73A50}"/>
                </a:ext>
              </a:extLst>
            </p:cNvPr>
            <p:cNvSpPr/>
            <p:nvPr/>
          </p:nvSpPr>
          <p:spPr>
            <a:xfrm>
              <a:off x="6330300" y="992515"/>
              <a:ext cx="1167739" cy="1393496"/>
            </a:xfrm>
            <a:custGeom>
              <a:avLst/>
              <a:gdLst/>
              <a:ahLst/>
              <a:cxnLst/>
              <a:rect l="l" t="t" r="r" b="b"/>
              <a:pathLst>
                <a:path w="47091" h="56195" extrusionOk="0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214;p36">
              <a:extLst>
                <a:ext uri="{FF2B5EF4-FFF2-40B4-BE49-F238E27FC236}">
                  <a16:creationId xmlns:a16="http://schemas.microsoft.com/office/drawing/2014/main" id="{EACF175D-7331-06C2-C287-D35456F38B1B}"/>
                </a:ext>
              </a:extLst>
            </p:cNvPr>
            <p:cNvSpPr/>
            <p:nvPr/>
          </p:nvSpPr>
          <p:spPr>
            <a:xfrm>
              <a:off x="6335929" y="991275"/>
              <a:ext cx="1167714" cy="1405374"/>
            </a:xfrm>
            <a:custGeom>
              <a:avLst/>
              <a:gdLst/>
              <a:ahLst/>
              <a:cxnLst/>
              <a:rect l="l" t="t" r="r" b="b"/>
              <a:pathLst>
                <a:path w="47090" h="56674" extrusionOk="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215;p36">
              <a:extLst>
                <a:ext uri="{FF2B5EF4-FFF2-40B4-BE49-F238E27FC236}">
                  <a16:creationId xmlns:a16="http://schemas.microsoft.com/office/drawing/2014/main" id="{C4F68BB2-5625-4978-5A3E-33E3961D33B1}"/>
                </a:ext>
              </a:extLst>
            </p:cNvPr>
            <p:cNvSpPr/>
            <p:nvPr/>
          </p:nvSpPr>
          <p:spPr>
            <a:xfrm>
              <a:off x="6341533" y="995986"/>
              <a:ext cx="1167714" cy="1405398"/>
            </a:xfrm>
            <a:custGeom>
              <a:avLst/>
              <a:gdLst/>
              <a:ahLst/>
              <a:cxnLst/>
              <a:rect l="l" t="t" r="r" b="b"/>
              <a:pathLst>
                <a:path w="47090" h="56675" extrusionOk="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216;p36">
              <a:extLst>
                <a:ext uri="{FF2B5EF4-FFF2-40B4-BE49-F238E27FC236}">
                  <a16:creationId xmlns:a16="http://schemas.microsoft.com/office/drawing/2014/main" id="{0A8A5DFC-D8E2-2170-D18E-A74883019DF1}"/>
                </a:ext>
              </a:extLst>
            </p:cNvPr>
            <p:cNvSpPr/>
            <p:nvPr/>
          </p:nvSpPr>
          <p:spPr>
            <a:xfrm>
              <a:off x="6374289" y="1060060"/>
              <a:ext cx="1108374" cy="1293785"/>
            </a:xfrm>
            <a:custGeom>
              <a:avLst/>
              <a:gdLst/>
              <a:ahLst/>
              <a:cxnLst/>
              <a:rect l="l" t="t" r="r" b="b"/>
              <a:pathLst>
                <a:path w="44697" h="52174" extrusionOk="0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217;p36">
              <a:extLst>
                <a:ext uri="{FF2B5EF4-FFF2-40B4-BE49-F238E27FC236}">
                  <a16:creationId xmlns:a16="http://schemas.microsoft.com/office/drawing/2014/main" id="{F1ADE82F-FF90-C957-12CE-8403830401F4}"/>
                </a:ext>
              </a:extLst>
            </p:cNvPr>
            <p:cNvSpPr/>
            <p:nvPr/>
          </p:nvSpPr>
          <p:spPr>
            <a:xfrm>
              <a:off x="6374289" y="1062713"/>
              <a:ext cx="1108671" cy="1284932"/>
            </a:xfrm>
            <a:custGeom>
              <a:avLst/>
              <a:gdLst/>
              <a:ahLst/>
              <a:cxnLst/>
              <a:rect l="l" t="t" r="r" b="b"/>
              <a:pathLst>
                <a:path w="44709" h="51817" extrusionOk="0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218;p36">
              <a:extLst>
                <a:ext uri="{FF2B5EF4-FFF2-40B4-BE49-F238E27FC236}">
                  <a16:creationId xmlns:a16="http://schemas.microsoft.com/office/drawing/2014/main" id="{6E917462-4209-7DE7-A988-F363670EE79D}"/>
                </a:ext>
              </a:extLst>
            </p:cNvPr>
            <p:cNvSpPr/>
            <p:nvPr/>
          </p:nvSpPr>
          <p:spPr>
            <a:xfrm>
              <a:off x="6370470" y="1739083"/>
              <a:ext cx="1886048" cy="1095678"/>
            </a:xfrm>
            <a:custGeom>
              <a:avLst/>
              <a:gdLst/>
              <a:ahLst/>
              <a:cxnLst/>
              <a:rect l="l" t="t" r="r" b="b"/>
              <a:pathLst>
                <a:path w="76058" h="44185" extrusionOk="0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219;p36">
              <a:extLst>
                <a:ext uri="{FF2B5EF4-FFF2-40B4-BE49-F238E27FC236}">
                  <a16:creationId xmlns:a16="http://schemas.microsoft.com/office/drawing/2014/main" id="{730D54B2-0D57-555C-CBDF-9BDE5826716D}"/>
                </a:ext>
              </a:extLst>
            </p:cNvPr>
            <p:cNvSpPr/>
            <p:nvPr/>
          </p:nvSpPr>
          <p:spPr>
            <a:xfrm>
              <a:off x="6515428" y="1816720"/>
              <a:ext cx="1422806" cy="824071"/>
            </a:xfrm>
            <a:custGeom>
              <a:avLst/>
              <a:gdLst/>
              <a:ahLst/>
              <a:cxnLst/>
              <a:rect l="l" t="t" r="r" b="b"/>
              <a:pathLst>
                <a:path w="57377" h="33232" extrusionOk="0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220;p36">
              <a:extLst>
                <a:ext uri="{FF2B5EF4-FFF2-40B4-BE49-F238E27FC236}">
                  <a16:creationId xmlns:a16="http://schemas.microsoft.com/office/drawing/2014/main" id="{331F329D-5D7A-3FA8-B396-0E733472DD34}"/>
                </a:ext>
              </a:extLst>
            </p:cNvPr>
            <p:cNvSpPr/>
            <p:nvPr/>
          </p:nvSpPr>
          <p:spPr>
            <a:xfrm>
              <a:off x="7288918" y="2266650"/>
              <a:ext cx="544751" cy="315350"/>
            </a:xfrm>
            <a:custGeom>
              <a:avLst/>
              <a:gdLst/>
              <a:ahLst/>
              <a:cxnLst/>
              <a:rect l="l" t="t" r="r" b="b"/>
              <a:pathLst>
                <a:path w="21968" h="12717" extrusionOk="0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221;p36">
              <a:extLst>
                <a:ext uri="{FF2B5EF4-FFF2-40B4-BE49-F238E27FC236}">
                  <a16:creationId xmlns:a16="http://schemas.microsoft.com/office/drawing/2014/main" id="{BFD9D6CD-B97C-993C-B876-B75B9F57D289}"/>
                </a:ext>
              </a:extLst>
            </p:cNvPr>
            <p:cNvSpPr/>
            <p:nvPr/>
          </p:nvSpPr>
          <p:spPr>
            <a:xfrm>
              <a:off x="7289811" y="2269625"/>
              <a:ext cx="544156" cy="312374"/>
            </a:xfrm>
            <a:custGeom>
              <a:avLst/>
              <a:gdLst/>
              <a:ahLst/>
              <a:cxnLst/>
              <a:rect l="l" t="t" r="r" b="b"/>
              <a:pathLst>
                <a:path w="21944" h="12597" extrusionOk="0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222;p36">
              <a:extLst>
                <a:ext uri="{FF2B5EF4-FFF2-40B4-BE49-F238E27FC236}">
                  <a16:creationId xmlns:a16="http://schemas.microsoft.com/office/drawing/2014/main" id="{37802C50-E58C-5221-87D5-3C00843C084A}"/>
                </a:ext>
              </a:extLst>
            </p:cNvPr>
            <p:cNvSpPr/>
            <p:nvPr/>
          </p:nvSpPr>
          <p:spPr>
            <a:xfrm>
              <a:off x="6540819" y="1834152"/>
              <a:ext cx="1385312" cy="781543"/>
            </a:xfrm>
            <a:custGeom>
              <a:avLst/>
              <a:gdLst/>
              <a:ahLst/>
              <a:cxnLst/>
              <a:rect l="l" t="t" r="r" b="b"/>
              <a:pathLst>
                <a:path w="55865" h="31517" extrusionOk="0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223;p36">
              <a:extLst>
                <a:ext uri="{FF2B5EF4-FFF2-40B4-BE49-F238E27FC236}">
                  <a16:creationId xmlns:a16="http://schemas.microsoft.com/office/drawing/2014/main" id="{FC2F233A-D365-98D6-4B27-BC83A594A72E}"/>
                </a:ext>
              </a:extLst>
            </p:cNvPr>
            <p:cNvSpPr/>
            <p:nvPr/>
          </p:nvSpPr>
          <p:spPr>
            <a:xfrm>
              <a:off x="7463979" y="1775112"/>
              <a:ext cx="49645" cy="28368"/>
            </a:xfrm>
            <a:custGeom>
              <a:avLst/>
              <a:gdLst/>
              <a:ahLst/>
              <a:cxnLst/>
              <a:rect l="l" t="t" r="r" b="b"/>
              <a:pathLst>
                <a:path w="2002" h="1144" extrusionOk="0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224;p36">
              <a:extLst>
                <a:ext uri="{FF2B5EF4-FFF2-40B4-BE49-F238E27FC236}">
                  <a16:creationId xmlns:a16="http://schemas.microsoft.com/office/drawing/2014/main" id="{23D15FEB-1136-8D00-4D80-45BA3444DD6A}"/>
                </a:ext>
              </a:extLst>
            </p:cNvPr>
            <p:cNvSpPr/>
            <p:nvPr/>
          </p:nvSpPr>
          <p:spPr>
            <a:xfrm>
              <a:off x="7467524" y="1777170"/>
              <a:ext cx="42553" cy="24227"/>
            </a:xfrm>
            <a:custGeom>
              <a:avLst/>
              <a:gdLst/>
              <a:ahLst/>
              <a:cxnLst/>
              <a:rect l="l" t="t" r="r" b="b"/>
              <a:pathLst>
                <a:path w="1716" h="977" extrusionOk="0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225;p36">
              <a:extLst>
                <a:ext uri="{FF2B5EF4-FFF2-40B4-BE49-F238E27FC236}">
                  <a16:creationId xmlns:a16="http://schemas.microsoft.com/office/drawing/2014/main" id="{D08043F6-558B-6121-0DB1-7C608A3982EF}"/>
                </a:ext>
              </a:extLst>
            </p:cNvPr>
            <p:cNvSpPr/>
            <p:nvPr/>
          </p:nvSpPr>
          <p:spPr>
            <a:xfrm>
              <a:off x="6369875" y="2166572"/>
              <a:ext cx="1886643" cy="692371"/>
            </a:xfrm>
            <a:custGeom>
              <a:avLst/>
              <a:gdLst/>
              <a:ahLst/>
              <a:cxnLst/>
              <a:rect l="l" t="t" r="r" b="b"/>
              <a:pathLst>
                <a:path w="76082" h="27921" extrusionOk="0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3212;p36">
            <a:extLst>
              <a:ext uri="{FF2B5EF4-FFF2-40B4-BE49-F238E27FC236}">
                <a16:creationId xmlns:a16="http://schemas.microsoft.com/office/drawing/2014/main" id="{476B0EBF-1919-C98F-2C49-93B9A78EA725}"/>
              </a:ext>
            </a:extLst>
          </p:cNvPr>
          <p:cNvGrpSpPr/>
          <p:nvPr/>
        </p:nvGrpSpPr>
        <p:grpSpPr>
          <a:xfrm>
            <a:off x="4944062" y="1414256"/>
            <a:ext cx="496647" cy="511444"/>
            <a:chOff x="6330300" y="991275"/>
            <a:chExt cx="1926218" cy="1867668"/>
          </a:xfrm>
        </p:grpSpPr>
        <p:sp>
          <p:nvSpPr>
            <p:cNvPr id="93" name="Google Shape;3213;p36">
              <a:extLst>
                <a:ext uri="{FF2B5EF4-FFF2-40B4-BE49-F238E27FC236}">
                  <a16:creationId xmlns:a16="http://schemas.microsoft.com/office/drawing/2014/main" id="{FD671FF8-17AE-4C44-0DFB-88AE5D1555C0}"/>
                </a:ext>
              </a:extLst>
            </p:cNvPr>
            <p:cNvSpPr/>
            <p:nvPr/>
          </p:nvSpPr>
          <p:spPr>
            <a:xfrm>
              <a:off x="6330300" y="992515"/>
              <a:ext cx="1167739" cy="1393496"/>
            </a:xfrm>
            <a:custGeom>
              <a:avLst/>
              <a:gdLst/>
              <a:ahLst/>
              <a:cxnLst/>
              <a:rect l="l" t="t" r="r" b="b"/>
              <a:pathLst>
                <a:path w="47091" h="56195" extrusionOk="0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214;p36">
              <a:extLst>
                <a:ext uri="{FF2B5EF4-FFF2-40B4-BE49-F238E27FC236}">
                  <a16:creationId xmlns:a16="http://schemas.microsoft.com/office/drawing/2014/main" id="{496D115B-F3BD-1817-5DCE-E0E11503FE1D}"/>
                </a:ext>
              </a:extLst>
            </p:cNvPr>
            <p:cNvSpPr/>
            <p:nvPr/>
          </p:nvSpPr>
          <p:spPr>
            <a:xfrm>
              <a:off x="6335929" y="991275"/>
              <a:ext cx="1167714" cy="1405374"/>
            </a:xfrm>
            <a:custGeom>
              <a:avLst/>
              <a:gdLst/>
              <a:ahLst/>
              <a:cxnLst/>
              <a:rect l="l" t="t" r="r" b="b"/>
              <a:pathLst>
                <a:path w="47090" h="56674" extrusionOk="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215;p36">
              <a:extLst>
                <a:ext uri="{FF2B5EF4-FFF2-40B4-BE49-F238E27FC236}">
                  <a16:creationId xmlns:a16="http://schemas.microsoft.com/office/drawing/2014/main" id="{61EACF27-E7D1-9AE7-DB9E-280EA5F7CEDD}"/>
                </a:ext>
              </a:extLst>
            </p:cNvPr>
            <p:cNvSpPr/>
            <p:nvPr/>
          </p:nvSpPr>
          <p:spPr>
            <a:xfrm>
              <a:off x="6341533" y="995986"/>
              <a:ext cx="1167714" cy="1405398"/>
            </a:xfrm>
            <a:custGeom>
              <a:avLst/>
              <a:gdLst/>
              <a:ahLst/>
              <a:cxnLst/>
              <a:rect l="l" t="t" r="r" b="b"/>
              <a:pathLst>
                <a:path w="47090" h="56675" extrusionOk="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216;p36">
              <a:extLst>
                <a:ext uri="{FF2B5EF4-FFF2-40B4-BE49-F238E27FC236}">
                  <a16:creationId xmlns:a16="http://schemas.microsoft.com/office/drawing/2014/main" id="{CABC1010-511D-53BC-68EC-F01C2CA9C573}"/>
                </a:ext>
              </a:extLst>
            </p:cNvPr>
            <p:cNvSpPr/>
            <p:nvPr/>
          </p:nvSpPr>
          <p:spPr>
            <a:xfrm>
              <a:off x="6374289" y="1060060"/>
              <a:ext cx="1108374" cy="1293785"/>
            </a:xfrm>
            <a:custGeom>
              <a:avLst/>
              <a:gdLst/>
              <a:ahLst/>
              <a:cxnLst/>
              <a:rect l="l" t="t" r="r" b="b"/>
              <a:pathLst>
                <a:path w="44697" h="52174" extrusionOk="0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217;p36">
              <a:extLst>
                <a:ext uri="{FF2B5EF4-FFF2-40B4-BE49-F238E27FC236}">
                  <a16:creationId xmlns:a16="http://schemas.microsoft.com/office/drawing/2014/main" id="{01765B19-DCE1-D9A4-D312-B3A963640805}"/>
                </a:ext>
              </a:extLst>
            </p:cNvPr>
            <p:cNvSpPr/>
            <p:nvPr/>
          </p:nvSpPr>
          <p:spPr>
            <a:xfrm>
              <a:off x="6374289" y="1062713"/>
              <a:ext cx="1108671" cy="1284932"/>
            </a:xfrm>
            <a:custGeom>
              <a:avLst/>
              <a:gdLst/>
              <a:ahLst/>
              <a:cxnLst/>
              <a:rect l="l" t="t" r="r" b="b"/>
              <a:pathLst>
                <a:path w="44709" h="51817" extrusionOk="0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218;p36">
              <a:extLst>
                <a:ext uri="{FF2B5EF4-FFF2-40B4-BE49-F238E27FC236}">
                  <a16:creationId xmlns:a16="http://schemas.microsoft.com/office/drawing/2014/main" id="{90229FC7-F36E-4279-6B1F-5ECA4CAB7483}"/>
                </a:ext>
              </a:extLst>
            </p:cNvPr>
            <p:cNvSpPr/>
            <p:nvPr/>
          </p:nvSpPr>
          <p:spPr>
            <a:xfrm>
              <a:off x="6370470" y="1739083"/>
              <a:ext cx="1886048" cy="1095678"/>
            </a:xfrm>
            <a:custGeom>
              <a:avLst/>
              <a:gdLst/>
              <a:ahLst/>
              <a:cxnLst/>
              <a:rect l="l" t="t" r="r" b="b"/>
              <a:pathLst>
                <a:path w="76058" h="44185" extrusionOk="0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219;p36">
              <a:extLst>
                <a:ext uri="{FF2B5EF4-FFF2-40B4-BE49-F238E27FC236}">
                  <a16:creationId xmlns:a16="http://schemas.microsoft.com/office/drawing/2014/main" id="{391789FC-FFF5-3A8D-47A8-1CB603E83C87}"/>
                </a:ext>
              </a:extLst>
            </p:cNvPr>
            <p:cNvSpPr/>
            <p:nvPr/>
          </p:nvSpPr>
          <p:spPr>
            <a:xfrm>
              <a:off x="6515428" y="1816720"/>
              <a:ext cx="1422806" cy="824071"/>
            </a:xfrm>
            <a:custGeom>
              <a:avLst/>
              <a:gdLst/>
              <a:ahLst/>
              <a:cxnLst/>
              <a:rect l="l" t="t" r="r" b="b"/>
              <a:pathLst>
                <a:path w="57377" h="33232" extrusionOk="0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220;p36">
              <a:extLst>
                <a:ext uri="{FF2B5EF4-FFF2-40B4-BE49-F238E27FC236}">
                  <a16:creationId xmlns:a16="http://schemas.microsoft.com/office/drawing/2014/main" id="{209A1737-09C2-66DD-1403-DAF8A728C5B7}"/>
                </a:ext>
              </a:extLst>
            </p:cNvPr>
            <p:cNvSpPr/>
            <p:nvPr/>
          </p:nvSpPr>
          <p:spPr>
            <a:xfrm>
              <a:off x="7288918" y="2266650"/>
              <a:ext cx="544751" cy="315350"/>
            </a:xfrm>
            <a:custGeom>
              <a:avLst/>
              <a:gdLst/>
              <a:ahLst/>
              <a:cxnLst/>
              <a:rect l="l" t="t" r="r" b="b"/>
              <a:pathLst>
                <a:path w="21968" h="12717" extrusionOk="0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221;p36">
              <a:extLst>
                <a:ext uri="{FF2B5EF4-FFF2-40B4-BE49-F238E27FC236}">
                  <a16:creationId xmlns:a16="http://schemas.microsoft.com/office/drawing/2014/main" id="{F990865E-F5E6-92A1-9E0A-820FA6EC93A9}"/>
                </a:ext>
              </a:extLst>
            </p:cNvPr>
            <p:cNvSpPr/>
            <p:nvPr/>
          </p:nvSpPr>
          <p:spPr>
            <a:xfrm>
              <a:off x="7289811" y="2269625"/>
              <a:ext cx="544156" cy="312374"/>
            </a:xfrm>
            <a:custGeom>
              <a:avLst/>
              <a:gdLst/>
              <a:ahLst/>
              <a:cxnLst/>
              <a:rect l="l" t="t" r="r" b="b"/>
              <a:pathLst>
                <a:path w="21944" h="12597" extrusionOk="0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222;p36">
              <a:extLst>
                <a:ext uri="{FF2B5EF4-FFF2-40B4-BE49-F238E27FC236}">
                  <a16:creationId xmlns:a16="http://schemas.microsoft.com/office/drawing/2014/main" id="{DE5B5D85-257C-261E-6CD3-D35FEFDA68C6}"/>
                </a:ext>
              </a:extLst>
            </p:cNvPr>
            <p:cNvSpPr/>
            <p:nvPr/>
          </p:nvSpPr>
          <p:spPr>
            <a:xfrm>
              <a:off x="6540819" y="1834152"/>
              <a:ext cx="1385312" cy="781543"/>
            </a:xfrm>
            <a:custGeom>
              <a:avLst/>
              <a:gdLst/>
              <a:ahLst/>
              <a:cxnLst/>
              <a:rect l="l" t="t" r="r" b="b"/>
              <a:pathLst>
                <a:path w="55865" h="31517" extrusionOk="0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223;p36">
              <a:extLst>
                <a:ext uri="{FF2B5EF4-FFF2-40B4-BE49-F238E27FC236}">
                  <a16:creationId xmlns:a16="http://schemas.microsoft.com/office/drawing/2014/main" id="{6E52D864-4DAD-C58D-FC3D-7496EACC5E38}"/>
                </a:ext>
              </a:extLst>
            </p:cNvPr>
            <p:cNvSpPr/>
            <p:nvPr/>
          </p:nvSpPr>
          <p:spPr>
            <a:xfrm>
              <a:off x="7463979" y="1775112"/>
              <a:ext cx="49645" cy="28368"/>
            </a:xfrm>
            <a:custGeom>
              <a:avLst/>
              <a:gdLst/>
              <a:ahLst/>
              <a:cxnLst/>
              <a:rect l="l" t="t" r="r" b="b"/>
              <a:pathLst>
                <a:path w="2002" h="1144" extrusionOk="0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224;p36">
              <a:extLst>
                <a:ext uri="{FF2B5EF4-FFF2-40B4-BE49-F238E27FC236}">
                  <a16:creationId xmlns:a16="http://schemas.microsoft.com/office/drawing/2014/main" id="{B55B5385-5F95-A54E-AD76-78768F6CD257}"/>
                </a:ext>
              </a:extLst>
            </p:cNvPr>
            <p:cNvSpPr/>
            <p:nvPr/>
          </p:nvSpPr>
          <p:spPr>
            <a:xfrm>
              <a:off x="7467524" y="1777170"/>
              <a:ext cx="42553" cy="24227"/>
            </a:xfrm>
            <a:custGeom>
              <a:avLst/>
              <a:gdLst/>
              <a:ahLst/>
              <a:cxnLst/>
              <a:rect l="l" t="t" r="r" b="b"/>
              <a:pathLst>
                <a:path w="1716" h="977" extrusionOk="0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225;p36">
              <a:extLst>
                <a:ext uri="{FF2B5EF4-FFF2-40B4-BE49-F238E27FC236}">
                  <a16:creationId xmlns:a16="http://schemas.microsoft.com/office/drawing/2014/main" id="{A0BF56DB-BE60-7559-4C38-85DBE0F013B9}"/>
                </a:ext>
              </a:extLst>
            </p:cNvPr>
            <p:cNvSpPr/>
            <p:nvPr/>
          </p:nvSpPr>
          <p:spPr>
            <a:xfrm>
              <a:off x="6369875" y="2166572"/>
              <a:ext cx="1886643" cy="692371"/>
            </a:xfrm>
            <a:custGeom>
              <a:avLst/>
              <a:gdLst/>
              <a:ahLst/>
              <a:cxnLst/>
              <a:rect l="l" t="t" r="r" b="b"/>
              <a:pathLst>
                <a:path w="76082" h="27921" extrusionOk="0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3212;p36">
            <a:extLst>
              <a:ext uri="{FF2B5EF4-FFF2-40B4-BE49-F238E27FC236}">
                <a16:creationId xmlns:a16="http://schemas.microsoft.com/office/drawing/2014/main" id="{0B394DCC-9C1C-AFC8-9906-3510AAE697EE}"/>
              </a:ext>
            </a:extLst>
          </p:cNvPr>
          <p:cNvGrpSpPr/>
          <p:nvPr/>
        </p:nvGrpSpPr>
        <p:grpSpPr>
          <a:xfrm>
            <a:off x="5898007" y="1043518"/>
            <a:ext cx="496647" cy="511444"/>
            <a:chOff x="6330300" y="991275"/>
            <a:chExt cx="1926218" cy="1867668"/>
          </a:xfrm>
        </p:grpSpPr>
        <p:sp>
          <p:nvSpPr>
            <p:cNvPr id="107" name="Google Shape;3213;p36">
              <a:extLst>
                <a:ext uri="{FF2B5EF4-FFF2-40B4-BE49-F238E27FC236}">
                  <a16:creationId xmlns:a16="http://schemas.microsoft.com/office/drawing/2014/main" id="{61A36B68-E0A9-C288-15B7-9D6958A6A2A9}"/>
                </a:ext>
              </a:extLst>
            </p:cNvPr>
            <p:cNvSpPr/>
            <p:nvPr/>
          </p:nvSpPr>
          <p:spPr>
            <a:xfrm>
              <a:off x="6330300" y="992515"/>
              <a:ext cx="1167739" cy="1393496"/>
            </a:xfrm>
            <a:custGeom>
              <a:avLst/>
              <a:gdLst/>
              <a:ahLst/>
              <a:cxnLst/>
              <a:rect l="l" t="t" r="r" b="b"/>
              <a:pathLst>
                <a:path w="47091" h="56195" extrusionOk="0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214;p36">
              <a:extLst>
                <a:ext uri="{FF2B5EF4-FFF2-40B4-BE49-F238E27FC236}">
                  <a16:creationId xmlns:a16="http://schemas.microsoft.com/office/drawing/2014/main" id="{C57C70F6-F42C-D386-43B2-4500D3C620CE}"/>
                </a:ext>
              </a:extLst>
            </p:cNvPr>
            <p:cNvSpPr/>
            <p:nvPr/>
          </p:nvSpPr>
          <p:spPr>
            <a:xfrm>
              <a:off x="6335929" y="991275"/>
              <a:ext cx="1167714" cy="1405374"/>
            </a:xfrm>
            <a:custGeom>
              <a:avLst/>
              <a:gdLst/>
              <a:ahLst/>
              <a:cxnLst/>
              <a:rect l="l" t="t" r="r" b="b"/>
              <a:pathLst>
                <a:path w="47090" h="56674" extrusionOk="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215;p36">
              <a:extLst>
                <a:ext uri="{FF2B5EF4-FFF2-40B4-BE49-F238E27FC236}">
                  <a16:creationId xmlns:a16="http://schemas.microsoft.com/office/drawing/2014/main" id="{6D35E0C6-1ABE-7133-4E02-0872D7110F08}"/>
                </a:ext>
              </a:extLst>
            </p:cNvPr>
            <p:cNvSpPr/>
            <p:nvPr/>
          </p:nvSpPr>
          <p:spPr>
            <a:xfrm>
              <a:off x="6341533" y="995986"/>
              <a:ext cx="1167714" cy="1405398"/>
            </a:xfrm>
            <a:custGeom>
              <a:avLst/>
              <a:gdLst/>
              <a:ahLst/>
              <a:cxnLst/>
              <a:rect l="l" t="t" r="r" b="b"/>
              <a:pathLst>
                <a:path w="47090" h="56675" extrusionOk="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216;p36">
              <a:extLst>
                <a:ext uri="{FF2B5EF4-FFF2-40B4-BE49-F238E27FC236}">
                  <a16:creationId xmlns:a16="http://schemas.microsoft.com/office/drawing/2014/main" id="{5E1E94D8-878D-987D-FE2F-4EE39F9BFFBD}"/>
                </a:ext>
              </a:extLst>
            </p:cNvPr>
            <p:cNvSpPr/>
            <p:nvPr/>
          </p:nvSpPr>
          <p:spPr>
            <a:xfrm>
              <a:off x="6374289" y="1060060"/>
              <a:ext cx="1108374" cy="1293785"/>
            </a:xfrm>
            <a:custGeom>
              <a:avLst/>
              <a:gdLst/>
              <a:ahLst/>
              <a:cxnLst/>
              <a:rect l="l" t="t" r="r" b="b"/>
              <a:pathLst>
                <a:path w="44697" h="52174" extrusionOk="0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217;p36">
              <a:extLst>
                <a:ext uri="{FF2B5EF4-FFF2-40B4-BE49-F238E27FC236}">
                  <a16:creationId xmlns:a16="http://schemas.microsoft.com/office/drawing/2014/main" id="{1A35790D-8283-278D-FBBE-97C8F94E336A}"/>
                </a:ext>
              </a:extLst>
            </p:cNvPr>
            <p:cNvSpPr/>
            <p:nvPr/>
          </p:nvSpPr>
          <p:spPr>
            <a:xfrm>
              <a:off x="6374289" y="1062713"/>
              <a:ext cx="1108671" cy="1284932"/>
            </a:xfrm>
            <a:custGeom>
              <a:avLst/>
              <a:gdLst/>
              <a:ahLst/>
              <a:cxnLst/>
              <a:rect l="l" t="t" r="r" b="b"/>
              <a:pathLst>
                <a:path w="44709" h="51817" extrusionOk="0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218;p36">
              <a:extLst>
                <a:ext uri="{FF2B5EF4-FFF2-40B4-BE49-F238E27FC236}">
                  <a16:creationId xmlns:a16="http://schemas.microsoft.com/office/drawing/2014/main" id="{039926FD-4EF3-076C-1DAF-DEC0A579BBD0}"/>
                </a:ext>
              </a:extLst>
            </p:cNvPr>
            <p:cNvSpPr/>
            <p:nvPr/>
          </p:nvSpPr>
          <p:spPr>
            <a:xfrm>
              <a:off x="6370470" y="1739083"/>
              <a:ext cx="1886048" cy="1095678"/>
            </a:xfrm>
            <a:custGeom>
              <a:avLst/>
              <a:gdLst/>
              <a:ahLst/>
              <a:cxnLst/>
              <a:rect l="l" t="t" r="r" b="b"/>
              <a:pathLst>
                <a:path w="76058" h="44185" extrusionOk="0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219;p36">
              <a:extLst>
                <a:ext uri="{FF2B5EF4-FFF2-40B4-BE49-F238E27FC236}">
                  <a16:creationId xmlns:a16="http://schemas.microsoft.com/office/drawing/2014/main" id="{F8D85FF7-B6F2-2639-9AD3-24D85371E364}"/>
                </a:ext>
              </a:extLst>
            </p:cNvPr>
            <p:cNvSpPr/>
            <p:nvPr/>
          </p:nvSpPr>
          <p:spPr>
            <a:xfrm>
              <a:off x="6515428" y="1816720"/>
              <a:ext cx="1422806" cy="824071"/>
            </a:xfrm>
            <a:custGeom>
              <a:avLst/>
              <a:gdLst/>
              <a:ahLst/>
              <a:cxnLst/>
              <a:rect l="l" t="t" r="r" b="b"/>
              <a:pathLst>
                <a:path w="57377" h="33232" extrusionOk="0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220;p36">
              <a:extLst>
                <a:ext uri="{FF2B5EF4-FFF2-40B4-BE49-F238E27FC236}">
                  <a16:creationId xmlns:a16="http://schemas.microsoft.com/office/drawing/2014/main" id="{F3F96C93-320B-7DA6-873F-771E4F6DFD41}"/>
                </a:ext>
              </a:extLst>
            </p:cNvPr>
            <p:cNvSpPr/>
            <p:nvPr/>
          </p:nvSpPr>
          <p:spPr>
            <a:xfrm>
              <a:off x="7288918" y="2266650"/>
              <a:ext cx="544751" cy="315350"/>
            </a:xfrm>
            <a:custGeom>
              <a:avLst/>
              <a:gdLst/>
              <a:ahLst/>
              <a:cxnLst/>
              <a:rect l="l" t="t" r="r" b="b"/>
              <a:pathLst>
                <a:path w="21968" h="12717" extrusionOk="0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221;p36">
              <a:extLst>
                <a:ext uri="{FF2B5EF4-FFF2-40B4-BE49-F238E27FC236}">
                  <a16:creationId xmlns:a16="http://schemas.microsoft.com/office/drawing/2014/main" id="{8CE677A4-98CB-738E-E4BE-A598844A8E53}"/>
                </a:ext>
              </a:extLst>
            </p:cNvPr>
            <p:cNvSpPr/>
            <p:nvPr/>
          </p:nvSpPr>
          <p:spPr>
            <a:xfrm>
              <a:off x="7289811" y="2269625"/>
              <a:ext cx="544156" cy="312374"/>
            </a:xfrm>
            <a:custGeom>
              <a:avLst/>
              <a:gdLst/>
              <a:ahLst/>
              <a:cxnLst/>
              <a:rect l="l" t="t" r="r" b="b"/>
              <a:pathLst>
                <a:path w="21944" h="12597" extrusionOk="0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222;p36">
              <a:extLst>
                <a:ext uri="{FF2B5EF4-FFF2-40B4-BE49-F238E27FC236}">
                  <a16:creationId xmlns:a16="http://schemas.microsoft.com/office/drawing/2014/main" id="{070F46FB-AD3D-811C-1A25-3A3F407E6D1C}"/>
                </a:ext>
              </a:extLst>
            </p:cNvPr>
            <p:cNvSpPr/>
            <p:nvPr/>
          </p:nvSpPr>
          <p:spPr>
            <a:xfrm>
              <a:off x="6540819" y="1834152"/>
              <a:ext cx="1385312" cy="781543"/>
            </a:xfrm>
            <a:custGeom>
              <a:avLst/>
              <a:gdLst/>
              <a:ahLst/>
              <a:cxnLst/>
              <a:rect l="l" t="t" r="r" b="b"/>
              <a:pathLst>
                <a:path w="55865" h="31517" extrusionOk="0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223;p36">
              <a:extLst>
                <a:ext uri="{FF2B5EF4-FFF2-40B4-BE49-F238E27FC236}">
                  <a16:creationId xmlns:a16="http://schemas.microsoft.com/office/drawing/2014/main" id="{AADAC8B2-79C7-95B5-C826-59B3FDDCA996}"/>
                </a:ext>
              </a:extLst>
            </p:cNvPr>
            <p:cNvSpPr/>
            <p:nvPr/>
          </p:nvSpPr>
          <p:spPr>
            <a:xfrm>
              <a:off x="7463979" y="1775112"/>
              <a:ext cx="49645" cy="28368"/>
            </a:xfrm>
            <a:custGeom>
              <a:avLst/>
              <a:gdLst/>
              <a:ahLst/>
              <a:cxnLst/>
              <a:rect l="l" t="t" r="r" b="b"/>
              <a:pathLst>
                <a:path w="2002" h="1144" extrusionOk="0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224;p36">
              <a:extLst>
                <a:ext uri="{FF2B5EF4-FFF2-40B4-BE49-F238E27FC236}">
                  <a16:creationId xmlns:a16="http://schemas.microsoft.com/office/drawing/2014/main" id="{D1797EF3-F3E4-A050-0F44-5FA573CF41F5}"/>
                </a:ext>
              </a:extLst>
            </p:cNvPr>
            <p:cNvSpPr/>
            <p:nvPr/>
          </p:nvSpPr>
          <p:spPr>
            <a:xfrm>
              <a:off x="7467524" y="1777170"/>
              <a:ext cx="42553" cy="24227"/>
            </a:xfrm>
            <a:custGeom>
              <a:avLst/>
              <a:gdLst/>
              <a:ahLst/>
              <a:cxnLst/>
              <a:rect l="l" t="t" r="r" b="b"/>
              <a:pathLst>
                <a:path w="1716" h="977" extrusionOk="0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225;p36">
              <a:extLst>
                <a:ext uri="{FF2B5EF4-FFF2-40B4-BE49-F238E27FC236}">
                  <a16:creationId xmlns:a16="http://schemas.microsoft.com/office/drawing/2014/main" id="{FAB051DA-6118-B8D6-F7BA-1FE89404D1BE}"/>
                </a:ext>
              </a:extLst>
            </p:cNvPr>
            <p:cNvSpPr/>
            <p:nvPr/>
          </p:nvSpPr>
          <p:spPr>
            <a:xfrm>
              <a:off x="6369875" y="2166572"/>
              <a:ext cx="1886643" cy="692371"/>
            </a:xfrm>
            <a:custGeom>
              <a:avLst/>
              <a:gdLst/>
              <a:ahLst/>
              <a:cxnLst/>
              <a:rect l="l" t="t" r="r" b="b"/>
              <a:pathLst>
                <a:path w="76082" h="27921" extrusionOk="0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" name="Google Shape;3212;p36">
            <a:extLst>
              <a:ext uri="{FF2B5EF4-FFF2-40B4-BE49-F238E27FC236}">
                <a16:creationId xmlns:a16="http://schemas.microsoft.com/office/drawing/2014/main" id="{27CA4DB4-0ECC-F7FB-A519-0E253438A8BF}"/>
              </a:ext>
            </a:extLst>
          </p:cNvPr>
          <p:cNvGrpSpPr/>
          <p:nvPr/>
        </p:nvGrpSpPr>
        <p:grpSpPr>
          <a:xfrm>
            <a:off x="5613293" y="631554"/>
            <a:ext cx="496647" cy="511444"/>
            <a:chOff x="6330300" y="991275"/>
            <a:chExt cx="1926218" cy="1867668"/>
          </a:xfrm>
        </p:grpSpPr>
        <p:sp>
          <p:nvSpPr>
            <p:cNvPr id="121" name="Google Shape;3213;p36">
              <a:extLst>
                <a:ext uri="{FF2B5EF4-FFF2-40B4-BE49-F238E27FC236}">
                  <a16:creationId xmlns:a16="http://schemas.microsoft.com/office/drawing/2014/main" id="{91DF66B0-D398-384B-5822-26DAFE2DBA00}"/>
                </a:ext>
              </a:extLst>
            </p:cNvPr>
            <p:cNvSpPr/>
            <p:nvPr/>
          </p:nvSpPr>
          <p:spPr>
            <a:xfrm>
              <a:off x="6330300" y="992515"/>
              <a:ext cx="1167739" cy="1393496"/>
            </a:xfrm>
            <a:custGeom>
              <a:avLst/>
              <a:gdLst/>
              <a:ahLst/>
              <a:cxnLst/>
              <a:rect l="l" t="t" r="r" b="b"/>
              <a:pathLst>
                <a:path w="47091" h="56195" extrusionOk="0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214;p36">
              <a:extLst>
                <a:ext uri="{FF2B5EF4-FFF2-40B4-BE49-F238E27FC236}">
                  <a16:creationId xmlns:a16="http://schemas.microsoft.com/office/drawing/2014/main" id="{7EA4A951-A17A-5227-74F4-F4AE29D1AE47}"/>
                </a:ext>
              </a:extLst>
            </p:cNvPr>
            <p:cNvSpPr/>
            <p:nvPr/>
          </p:nvSpPr>
          <p:spPr>
            <a:xfrm>
              <a:off x="6335929" y="991275"/>
              <a:ext cx="1167714" cy="1405374"/>
            </a:xfrm>
            <a:custGeom>
              <a:avLst/>
              <a:gdLst/>
              <a:ahLst/>
              <a:cxnLst/>
              <a:rect l="l" t="t" r="r" b="b"/>
              <a:pathLst>
                <a:path w="47090" h="56674" extrusionOk="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215;p36">
              <a:extLst>
                <a:ext uri="{FF2B5EF4-FFF2-40B4-BE49-F238E27FC236}">
                  <a16:creationId xmlns:a16="http://schemas.microsoft.com/office/drawing/2014/main" id="{E48F59AA-8A2C-77E2-27D8-CDE6C3D317E2}"/>
                </a:ext>
              </a:extLst>
            </p:cNvPr>
            <p:cNvSpPr/>
            <p:nvPr/>
          </p:nvSpPr>
          <p:spPr>
            <a:xfrm>
              <a:off x="6341533" y="995986"/>
              <a:ext cx="1167714" cy="1405398"/>
            </a:xfrm>
            <a:custGeom>
              <a:avLst/>
              <a:gdLst/>
              <a:ahLst/>
              <a:cxnLst/>
              <a:rect l="l" t="t" r="r" b="b"/>
              <a:pathLst>
                <a:path w="47090" h="56675" extrusionOk="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216;p36">
              <a:extLst>
                <a:ext uri="{FF2B5EF4-FFF2-40B4-BE49-F238E27FC236}">
                  <a16:creationId xmlns:a16="http://schemas.microsoft.com/office/drawing/2014/main" id="{E1227E04-5348-ECDB-8757-4EC5F836C446}"/>
                </a:ext>
              </a:extLst>
            </p:cNvPr>
            <p:cNvSpPr/>
            <p:nvPr/>
          </p:nvSpPr>
          <p:spPr>
            <a:xfrm>
              <a:off x="6374289" y="1060060"/>
              <a:ext cx="1108374" cy="1293785"/>
            </a:xfrm>
            <a:custGeom>
              <a:avLst/>
              <a:gdLst/>
              <a:ahLst/>
              <a:cxnLst/>
              <a:rect l="l" t="t" r="r" b="b"/>
              <a:pathLst>
                <a:path w="44697" h="52174" extrusionOk="0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217;p36">
              <a:extLst>
                <a:ext uri="{FF2B5EF4-FFF2-40B4-BE49-F238E27FC236}">
                  <a16:creationId xmlns:a16="http://schemas.microsoft.com/office/drawing/2014/main" id="{E84B9CA3-CAE2-5EC6-1938-8BA8CE154F00}"/>
                </a:ext>
              </a:extLst>
            </p:cNvPr>
            <p:cNvSpPr/>
            <p:nvPr/>
          </p:nvSpPr>
          <p:spPr>
            <a:xfrm>
              <a:off x="6374289" y="1062713"/>
              <a:ext cx="1108671" cy="1284932"/>
            </a:xfrm>
            <a:custGeom>
              <a:avLst/>
              <a:gdLst/>
              <a:ahLst/>
              <a:cxnLst/>
              <a:rect l="l" t="t" r="r" b="b"/>
              <a:pathLst>
                <a:path w="44709" h="51817" extrusionOk="0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218;p36">
              <a:extLst>
                <a:ext uri="{FF2B5EF4-FFF2-40B4-BE49-F238E27FC236}">
                  <a16:creationId xmlns:a16="http://schemas.microsoft.com/office/drawing/2014/main" id="{BFBCB282-37E4-6B5A-1FC8-52E798E80B92}"/>
                </a:ext>
              </a:extLst>
            </p:cNvPr>
            <p:cNvSpPr/>
            <p:nvPr/>
          </p:nvSpPr>
          <p:spPr>
            <a:xfrm>
              <a:off x="6370470" y="1739083"/>
              <a:ext cx="1886048" cy="1095678"/>
            </a:xfrm>
            <a:custGeom>
              <a:avLst/>
              <a:gdLst/>
              <a:ahLst/>
              <a:cxnLst/>
              <a:rect l="l" t="t" r="r" b="b"/>
              <a:pathLst>
                <a:path w="76058" h="44185" extrusionOk="0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219;p36">
              <a:extLst>
                <a:ext uri="{FF2B5EF4-FFF2-40B4-BE49-F238E27FC236}">
                  <a16:creationId xmlns:a16="http://schemas.microsoft.com/office/drawing/2014/main" id="{CA41AF27-E627-6719-C631-D0A7DAA941CF}"/>
                </a:ext>
              </a:extLst>
            </p:cNvPr>
            <p:cNvSpPr/>
            <p:nvPr/>
          </p:nvSpPr>
          <p:spPr>
            <a:xfrm>
              <a:off x="6515428" y="1816720"/>
              <a:ext cx="1422806" cy="824071"/>
            </a:xfrm>
            <a:custGeom>
              <a:avLst/>
              <a:gdLst/>
              <a:ahLst/>
              <a:cxnLst/>
              <a:rect l="l" t="t" r="r" b="b"/>
              <a:pathLst>
                <a:path w="57377" h="33232" extrusionOk="0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220;p36">
              <a:extLst>
                <a:ext uri="{FF2B5EF4-FFF2-40B4-BE49-F238E27FC236}">
                  <a16:creationId xmlns:a16="http://schemas.microsoft.com/office/drawing/2014/main" id="{273A5267-800D-908F-EDE6-EBCE653868AC}"/>
                </a:ext>
              </a:extLst>
            </p:cNvPr>
            <p:cNvSpPr/>
            <p:nvPr/>
          </p:nvSpPr>
          <p:spPr>
            <a:xfrm>
              <a:off x="7288918" y="2266650"/>
              <a:ext cx="544751" cy="315350"/>
            </a:xfrm>
            <a:custGeom>
              <a:avLst/>
              <a:gdLst/>
              <a:ahLst/>
              <a:cxnLst/>
              <a:rect l="l" t="t" r="r" b="b"/>
              <a:pathLst>
                <a:path w="21968" h="12717" extrusionOk="0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221;p36">
              <a:extLst>
                <a:ext uri="{FF2B5EF4-FFF2-40B4-BE49-F238E27FC236}">
                  <a16:creationId xmlns:a16="http://schemas.microsoft.com/office/drawing/2014/main" id="{BAFDD780-E37C-0F6F-4777-4279B3D18BB1}"/>
                </a:ext>
              </a:extLst>
            </p:cNvPr>
            <p:cNvSpPr/>
            <p:nvPr/>
          </p:nvSpPr>
          <p:spPr>
            <a:xfrm>
              <a:off x="7289811" y="2269625"/>
              <a:ext cx="544156" cy="312374"/>
            </a:xfrm>
            <a:custGeom>
              <a:avLst/>
              <a:gdLst/>
              <a:ahLst/>
              <a:cxnLst/>
              <a:rect l="l" t="t" r="r" b="b"/>
              <a:pathLst>
                <a:path w="21944" h="12597" extrusionOk="0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222;p36">
              <a:extLst>
                <a:ext uri="{FF2B5EF4-FFF2-40B4-BE49-F238E27FC236}">
                  <a16:creationId xmlns:a16="http://schemas.microsoft.com/office/drawing/2014/main" id="{DF8A1067-BE6C-5CC9-B644-39C75B70F7A5}"/>
                </a:ext>
              </a:extLst>
            </p:cNvPr>
            <p:cNvSpPr/>
            <p:nvPr/>
          </p:nvSpPr>
          <p:spPr>
            <a:xfrm>
              <a:off x="6540819" y="1834152"/>
              <a:ext cx="1385312" cy="781543"/>
            </a:xfrm>
            <a:custGeom>
              <a:avLst/>
              <a:gdLst/>
              <a:ahLst/>
              <a:cxnLst/>
              <a:rect l="l" t="t" r="r" b="b"/>
              <a:pathLst>
                <a:path w="55865" h="31517" extrusionOk="0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223;p36">
              <a:extLst>
                <a:ext uri="{FF2B5EF4-FFF2-40B4-BE49-F238E27FC236}">
                  <a16:creationId xmlns:a16="http://schemas.microsoft.com/office/drawing/2014/main" id="{2F57E7BC-671B-C6A6-B385-95E73D1E8E8C}"/>
                </a:ext>
              </a:extLst>
            </p:cNvPr>
            <p:cNvSpPr/>
            <p:nvPr/>
          </p:nvSpPr>
          <p:spPr>
            <a:xfrm>
              <a:off x="7463979" y="1775112"/>
              <a:ext cx="49645" cy="28368"/>
            </a:xfrm>
            <a:custGeom>
              <a:avLst/>
              <a:gdLst/>
              <a:ahLst/>
              <a:cxnLst/>
              <a:rect l="l" t="t" r="r" b="b"/>
              <a:pathLst>
                <a:path w="2002" h="1144" extrusionOk="0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224;p36">
              <a:extLst>
                <a:ext uri="{FF2B5EF4-FFF2-40B4-BE49-F238E27FC236}">
                  <a16:creationId xmlns:a16="http://schemas.microsoft.com/office/drawing/2014/main" id="{402FC849-2EE5-32D7-2537-EE8F55158083}"/>
                </a:ext>
              </a:extLst>
            </p:cNvPr>
            <p:cNvSpPr/>
            <p:nvPr/>
          </p:nvSpPr>
          <p:spPr>
            <a:xfrm>
              <a:off x="7467524" y="1777170"/>
              <a:ext cx="42553" cy="24227"/>
            </a:xfrm>
            <a:custGeom>
              <a:avLst/>
              <a:gdLst/>
              <a:ahLst/>
              <a:cxnLst/>
              <a:rect l="l" t="t" r="r" b="b"/>
              <a:pathLst>
                <a:path w="1716" h="977" extrusionOk="0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225;p36">
              <a:extLst>
                <a:ext uri="{FF2B5EF4-FFF2-40B4-BE49-F238E27FC236}">
                  <a16:creationId xmlns:a16="http://schemas.microsoft.com/office/drawing/2014/main" id="{C3D27941-45F8-08F8-8E80-DCC4A33B2F1A}"/>
                </a:ext>
              </a:extLst>
            </p:cNvPr>
            <p:cNvSpPr/>
            <p:nvPr/>
          </p:nvSpPr>
          <p:spPr>
            <a:xfrm>
              <a:off x="6369875" y="2166572"/>
              <a:ext cx="1886643" cy="692371"/>
            </a:xfrm>
            <a:custGeom>
              <a:avLst/>
              <a:gdLst/>
              <a:ahLst/>
              <a:cxnLst/>
              <a:rect l="l" t="t" r="r" b="b"/>
              <a:pathLst>
                <a:path w="76082" h="27921" extrusionOk="0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2683;p33">
            <a:extLst>
              <a:ext uri="{FF2B5EF4-FFF2-40B4-BE49-F238E27FC236}">
                <a16:creationId xmlns:a16="http://schemas.microsoft.com/office/drawing/2014/main" id="{254F2E7D-84A3-7ADD-6030-DE43390C219D}"/>
              </a:ext>
            </a:extLst>
          </p:cNvPr>
          <p:cNvGrpSpPr/>
          <p:nvPr/>
        </p:nvGrpSpPr>
        <p:grpSpPr>
          <a:xfrm>
            <a:off x="5371651" y="1187213"/>
            <a:ext cx="338317" cy="358054"/>
            <a:chOff x="3669150" y="2223718"/>
            <a:chExt cx="436237" cy="503799"/>
          </a:xfrm>
        </p:grpSpPr>
        <p:sp>
          <p:nvSpPr>
            <p:cNvPr id="135" name="Google Shape;2684;p33">
              <a:extLst>
                <a:ext uri="{FF2B5EF4-FFF2-40B4-BE49-F238E27FC236}">
                  <a16:creationId xmlns:a16="http://schemas.microsoft.com/office/drawing/2014/main" id="{5130B07B-8CD8-F427-7D3F-33E39E122CBF}"/>
                </a:ext>
              </a:extLst>
            </p:cNvPr>
            <p:cNvSpPr/>
            <p:nvPr/>
          </p:nvSpPr>
          <p:spPr>
            <a:xfrm>
              <a:off x="3669150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685;p33">
              <a:extLst>
                <a:ext uri="{FF2B5EF4-FFF2-40B4-BE49-F238E27FC236}">
                  <a16:creationId xmlns:a16="http://schemas.microsoft.com/office/drawing/2014/main" id="{11A2CF45-804F-1E37-7B5F-AC664D9F7679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686;p33">
              <a:extLst>
                <a:ext uri="{FF2B5EF4-FFF2-40B4-BE49-F238E27FC236}">
                  <a16:creationId xmlns:a16="http://schemas.microsoft.com/office/drawing/2014/main" id="{ECA9731E-5A6F-B686-4C0F-66E094A98A88}"/>
                </a:ext>
              </a:extLst>
            </p:cNvPr>
            <p:cNvSpPr/>
            <p:nvPr/>
          </p:nvSpPr>
          <p:spPr>
            <a:xfrm>
              <a:off x="3887469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Google Shape;3212;p36">
            <a:extLst>
              <a:ext uri="{FF2B5EF4-FFF2-40B4-BE49-F238E27FC236}">
                <a16:creationId xmlns:a16="http://schemas.microsoft.com/office/drawing/2014/main" id="{B6AC2E71-9025-08B0-D9FC-9206D4FD83F5}"/>
              </a:ext>
            </a:extLst>
          </p:cNvPr>
          <p:cNvGrpSpPr/>
          <p:nvPr/>
        </p:nvGrpSpPr>
        <p:grpSpPr>
          <a:xfrm>
            <a:off x="5610866" y="1537286"/>
            <a:ext cx="496647" cy="511444"/>
            <a:chOff x="6330300" y="991275"/>
            <a:chExt cx="1926218" cy="1867668"/>
          </a:xfrm>
        </p:grpSpPr>
        <p:sp>
          <p:nvSpPr>
            <p:cNvPr id="139" name="Google Shape;3213;p36">
              <a:extLst>
                <a:ext uri="{FF2B5EF4-FFF2-40B4-BE49-F238E27FC236}">
                  <a16:creationId xmlns:a16="http://schemas.microsoft.com/office/drawing/2014/main" id="{079FAF39-9BD0-6730-59A3-AE23C8844D11}"/>
                </a:ext>
              </a:extLst>
            </p:cNvPr>
            <p:cNvSpPr/>
            <p:nvPr/>
          </p:nvSpPr>
          <p:spPr>
            <a:xfrm>
              <a:off x="6330300" y="992515"/>
              <a:ext cx="1167739" cy="1393496"/>
            </a:xfrm>
            <a:custGeom>
              <a:avLst/>
              <a:gdLst/>
              <a:ahLst/>
              <a:cxnLst/>
              <a:rect l="l" t="t" r="r" b="b"/>
              <a:pathLst>
                <a:path w="47091" h="56195" extrusionOk="0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214;p36">
              <a:extLst>
                <a:ext uri="{FF2B5EF4-FFF2-40B4-BE49-F238E27FC236}">
                  <a16:creationId xmlns:a16="http://schemas.microsoft.com/office/drawing/2014/main" id="{CFB4DFE0-756F-F695-F2E2-86E6ADE529F6}"/>
                </a:ext>
              </a:extLst>
            </p:cNvPr>
            <p:cNvSpPr/>
            <p:nvPr/>
          </p:nvSpPr>
          <p:spPr>
            <a:xfrm>
              <a:off x="6335929" y="991275"/>
              <a:ext cx="1167714" cy="1405374"/>
            </a:xfrm>
            <a:custGeom>
              <a:avLst/>
              <a:gdLst/>
              <a:ahLst/>
              <a:cxnLst/>
              <a:rect l="l" t="t" r="r" b="b"/>
              <a:pathLst>
                <a:path w="47090" h="56674" extrusionOk="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215;p36">
              <a:extLst>
                <a:ext uri="{FF2B5EF4-FFF2-40B4-BE49-F238E27FC236}">
                  <a16:creationId xmlns:a16="http://schemas.microsoft.com/office/drawing/2014/main" id="{1FE27B5F-73DE-0662-A641-AAEE26179EE1}"/>
                </a:ext>
              </a:extLst>
            </p:cNvPr>
            <p:cNvSpPr/>
            <p:nvPr/>
          </p:nvSpPr>
          <p:spPr>
            <a:xfrm>
              <a:off x="6341533" y="995986"/>
              <a:ext cx="1167714" cy="1405398"/>
            </a:xfrm>
            <a:custGeom>
              <a:avLst/>
              <a:gdLst/>
              <a:ahLst/>
              <a:cxnLst/>
              <a:rect l="l" t="t" r="r" b="b"/>
              <a:pathLst>
                <a:path w="47090" h="56675" extrusionOk="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216;p36">
              <a:extLst>
                <a:ext uri="{FF2B5EF4-FFF2-40B4-BE49-F238E27FC236}">
                  <a16:creationId xmlns:a16="http://schemas.microsoft.com/office/drawing/2014/main" id="{2AC8779F-AD9D-B6E3-2147-7959966E6F8F}"/>
                </a:ext>
              </a:extLst>
            </p:cNvPr>
            <p:cNvSpPr/>
            <p:nvPr/>
          </p:nvSpPr>
          <p:spPr>
            <a:xfrm>
              <a:off x="6374289" y="1060060"/>
              <a:ext cx="1108374" cy="1293785"/>
            </a:xfrm>
            <a:custGeom>
              <a:avLst/>
              <a:gdLst/>
              <a:ahLst/>
              <a:cxnLst/>
              <a:rect l="l" t="t" r="r" b="b"/>
              <a:pathLst>
                <a:path w="44697" h="52174" extrusionOk="0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217;p36">
              <a:extLst>
                <a:ext uri="{FF2B5EF4-FFF2-40B4-BE49-F238E27FC236}">
                  <a16:creationId xmlns:a16="http://schemas.microsoft.com/office/drawing/2014/main" id="{0868E900-279C-0F4D-4E7E-6A344BB2FD50}"/>
                </a:ext>
              </a:extLst>
            </p:cNvPr>
            <p:cNvSpPr/>
            <p:nvPr/>
          </p:nvSpPr>
          <p:spPr>
            <a:xfrm>
              <a:off x="6374289" y="1062713"/>
              <a:ext cx="1108671" cy="1284932"/>
            </a:xfrm>
            <a:custGeom>
              <a:avLst/>
              <a:gdLst/>
              <a:ahLst/>
              <a:cxnLst/>
              <a:rect l="l" t="t" r="r" b="b"/>
              <a:pathLst>
                <a:path w="44709" h="51817" extrusionOk="0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218;p36">
              <a:extLst>
                <a:ext uri="{FF2B5EF4-FFF2-40B4-BE49-F238E27FC236}">
                  <a16:creationId xmlns:a16="http://schemas.microsoft.com/office/drawing/2014/main" id="{DB7288C1-2D04-A65C-6E41-4DAEBA06F026}"/>
                </a:ext>
              </a:extLst>
            </p:cNvPr>
            <p:cNvSpPr/>
            <p:nvPr/>
          </p:nvSpPr>
          <p:spPr>
            <a:xfrm>
              <a:off x="6370470" y="1739083"/>
              <a:ext cx="1886048" cy="1095678"/>
            </a:xfrm>
            <a:custGeom>
              <a:avLst/>
              <a:gdLst/>
              <a:ahLst/>
              <a:cxnLst/>
              <a:rect l="l" t="t" r="r" b="b"/>
              <a:pathLst>
                <a:path w="76058" h="44185" extrusionOk="0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219;p36">
              <a:extLst>
                <a:ext uri="{FF2B5EF4-FFF2-40B4-BE49-F238E27FC236}">
                  <a16:creationId xmlns:a16="http://schemas.microsoft.com/office/drawing/2014/main" id="{985E2C93-9215-9AF9-3BDC-36174A6CFE26}"/>
                </a:ext>
              </a:extLst>
            </p:cNvPr>
            <p:cNvSpPr/>
            <p:nvPr/>
          </p:nvSpPr>
          <p:spPr>
            <a:xfrm>
              <a:off x="6515428" y="1816720"/>
              <a:ext cx="1422806" cy="824071"/>
            </a:xfrm>
            <a:custGeom>
              <a:avLst/>
              <a:gdLst/>
              <a:ahLst/>
              <a:cxnLst/>
              <a:rect l="l" t="t" r="r" b="b"/>
              <a:pathLst>
                <a:path w="57377" h="33232" extrusionOk="0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220;p36">
              <a:extLst>
                <a:ext uri="{FF2B5EF4-FFF2-40B4-BE49-F238E27FC236}">
                  <a16:creationId xmlns:a16="http://schemas.microsoft.com/office/drawing/2014/main" id="{84532E11-DAB9-6B8C-BE8D-038974C10DD4}"/>
                </a:ext>
              </a:extLst>
            </p:cNvPr>
            <p:cNvSpPr/>
            <p:nvPr/>
          </p:nvSpPr>
          <p:spPr>
            <a:xfrm>
              <a:off x="7288918" y="2266650"/>
              <a:ext cx="544751" cy="315350"/>
            </a:xfrm>
            <a:custGeom>
              <a:avLst/>
              <a:gdLst/>
              <a:ahLst/>
              <a:cxnLst/>
              <a:rect l="l" t="t" r="r" b="b"/>
              <a:pathLst>
                <a:path w="21968" h="12717" extrusionOk="0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221;p36">
              <a:extLst>
                <a:ext uri="{FF2B5EF4-FFF2-40B4-BE49-F238E27FC236}">
                  <a16:creationId xmlns:a16="http://schemas.microsoft.com/office/drawing/2014/main" id="{15B43750-E314-F646-E43A-7ACEF7AE397E}"/>
                </a:ext>
              </a:extLst>
            </p:cNvPr>
            <p:cNvSpPr/>
            <p:nvPr/>
          </p:nvSpPr>
          <p:spPr>
            <a:xfrm>
              <a:off x="7289811" y="2269625"/>
              <a:ext cx="544156" cy="312374"/>
            </a:xfrm>
            <a:custGeom>
              <a:avLst/>
              <a:gdLst/>
              <a:ahLst/>
              <a:cxnLst/>
              <a:rect l="l" t="t" r="r" b="b"/>
              <a:pathLst>
                <a:path w="21944" h="12597" extrusionOk="0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222;p36">
              <a:extLst>
                <a:ext uri="{FF2B5EF4-FFF2-40B4-BE49-F238E27FC236}">
                  <a16:creationId xmlns:a16="http://schemas.microsoft.com/office/drawing/2014/main" id="{89CCEE41-5648-0AD6-8485-3B837FEC446D}"/>
                </a:ext>
              </a:extLst>
            </p:cNvPr>
            <p:cNvSpPr/>
            <p:nvPr/>
          </p:nvSpPr>
          <p:spPr>
            <a:xfrm>
              <a:off x="6540819" y="1834152"/>
              <a:ext cx="1385312" cy="781543"/>
            </a:xfrm>
            <a:custGeom>
              <a:avLst/>
              <a:gdLst/>
              <a:ahLst/>
              <a:cxnLst/>
              <a:rect l="l" t="t" r="r" b="b"/>
              <a:pathLst>
                <a:path w="55865" h="31517" extrusionOk="0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223;p36">
              <a:extLst>
                <a:ext uri="{FF2B5EF4-FFF2-40B4-BE49-F238E27FC236}">
                  <a16:creationId xmlns:a16="http://schemas.microsoft.com/office/drawing/2014/main" id="{C2592479-43A4-81D2-BC86-6046A08E9A99}"/>
                </a:ext>
              </a:extLst>
            </p:cNvPr>
            <p:cNvSpPr/>
            <p:nvPr/>
          </p:nvSpPr>
          <p:spPr>
            <a:xfrm>
              <a:off x="7463979" y="1775112"/>
              <a:ext cx="49645" cy="28368"/>
            </a:xfrm>
            <a:custGeom>
              <a:avLst/>
              <a:gdLst/>
              <a:ahLst/>
              <a:cxnLst/>
              <a:rect l="l" t="t" r="r" b="b"/>
              <a:pathLst>
                <a:path w="2002" h="1144" extrusionOk="0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224;p36">
              <a:extLst>
                <a:ext uri="{FF2B5EF4-FFF2-40B4-BE49-F238E27FC236}">
                  <a16:creationId xmlns:a16="http://schemas.microsoft.com/office/drawing/2014/main" id="{9F2C4BB6-BAE7-1F00-D8C1-8598FE792D3B}"/>
                </a:ext>
              </a:extLst>
            </p:cNvPr>
            <p:cNvSpPr/>
            <p:nvPr/>
          </p:nvSpPr>
          <p:spPr>
            <a:xfrm>
              <a:off x="7467524" y="1777170"/>
              <a:ext cx="42553" cy="24227"/>
            </a:xfrm>
            <a:custGeom>
              <a:avLst/>
              <a:gdLst/>
              <a:ahLst/>
              <a:cxnLst/>
              <a:rect l="l" t="t" r="r" b="b"/>
              <a:pathLst>
                <a:path w="1716" h="977" extrusionOk="0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225;p36">
              <a:extLst>
                <a:ext uri="{FF2B5EF4-FFF2-40B4-BE49-F238E27FC236}">
                  <a16:creationId xmlns:a16="http://schemas.microsoft.com/office/drawing/2014/main" id="{F23E3C2B-EE5F-15E6-2599-8DB98EA67CD4}"/>
                </a:ext>
              </a:extLst>
            </p:cNvPr>
            <p:cNvSpPr/>
            <p:nvPr/>
          </p:nvSpPr>
          <p:spPr>
            <a:xfrm>
              <a:off x="6369875" y="2166572"/>
              <a:ext cx="1886643" cy="692371"/>
            </a:xfrm>
            <a:custGeom>
              <a:avLst/>
              <a:gdLst/>
              <a:ahLst/>
              <a:cxnLst/>
              <a:rect l="l" t="t" r="r" b="b"/>
              <a:pathLst>
                <a:path w="76082" h="27921" extrusionOk="0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252;p22">
            <a:extLst>
              <a:ext uri="{FF2B5EF4-FFF2-40B4-BE49-F238E27FC236}">
                <a16:creationId xmlns:a16="http://schemas.microsoft.com/office/drawing/2014/main" id="{74218581-718B-4BAC-E403-3C040376909B}"/>
              </a:ext>
            </a:extLst>
          </p:cNvPr>
          <p:cNvGrpSpPr/>
          <p:nvPr/>
        </p:nvGrpSpPr>
        <p:grpSpPr>
          <a:xfrm>
            <a:off x="5284447" y="2930572"/>
            <a:ext cx="879516" cy="979930"/>
            <a:chOff x="3669150" y="1828675"/>
            <a:chExt cx="1805712" cy="2084909"/>
          </a:xfrm>
        </p:grpSpPr>
        <p:sp>
          <p:nvSpPr>
            <p:cNvPr id="153" name="Google Shape;1253;p22">
              <a:extLst>
                <a:ext uri="{FF2B5EF4-FFF2-40B4-BE49-F238E27FC236}">
                  <a16:creationId xmlns:a16="http://schemas.microsoft.com/office/drawing/2014/main" id="{7E80C0C2-3E83-6609-A9A3-AE5AC3413DD6}"/>
                </a:ext>
              </a:extLst>
            </p:cNvPr>
            <p:cNvSpPr/>
            <p:nvPr/>
          </p:nvSpPr>
          <p:spPr>
            <a:xfrm>
              <a:off x="5038625" y="3014705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254;p22">
              <a:extLst>
                <a:ext uri="{FF2B5EF4-FFF2-40B4-BE49-F238E27FC236}">
                  <a16:creationId xmlns:a16="http://schemas.microsoft.com/office/drawing/2014/main" id="{99497A47-8ADA-9FC9-A944-E468D0A4A48A}"/>
                </a:ext>
              </a:extLst>
            </p:cNvPr>
            <p:cNvSpPr/>
            <p:nvPr/>
          </p:nvSpPr>
          <p:spPr>
            <a:xfrm>
              <a:off x="5038625" y="3140436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255;p22">
              <a:extLst>
                <a:ext uri="{FF2B5EF4-FFF2-40B4-BE49-F238E27FC236}">
                  <a16:creationId xmlns:a16="http://schemas.microsoft.com/office/drawing/2014/main" id="{9BEC00BA-9C49-B36D-5B2B-859544C6B433}"/>
                </a:ext>
              </a:extLst>
            </p:cNvPr>
            <p:cNvSpPr/>
            <p:nvPr/>
          </p:nvSpPr>
          <p:spPr>
            <a:xfrm>
              <a:off x="5256944" y="3140436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256;p22">
              <a:extLst>
                <a:ext uri="{FF2B5EF4-FFF2-40B4-BE49-F238E27FC236}">
                  <a16:creationId xmlns:a16="http://schemas.microsoft.com/office/drawing/2014/main" id="{619D66EE-C211-C323-E32F-B71E0C68D6C8}"/>
                </a:ext>
              </a:extLst>
            </p:cNvPr>
            <p:cNvSpPr/>
            <p:nvPr/>
          </p:nvSpPr>
          <p:spPr>
            <a:xfrm>
              <a:off x="5038625" y="2619211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257;p22">
              <a:extLst>
                <a:ext uri="{FF2B5EF4-FFF2-40B4-BE49-F238E27FC236}">
                  <a16:creationId xmlns:a16="http://schemas.microsoft.com/office/drawing/2014/main" id="{90BA4132-BB02-EE50-DCCD-8934914B1BBF}"/>
                </a:ext>
              </a:extLst>
            </p:cNvPr>
            <p:cNvSpPr/>
            <p:nvPr/>
          </p:nvSpPr>
          <p:spPr>
            <a:xfrm>
              <a:off x="5038625" y="2744943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258;p22">
              <a:extLst>
                <a:ext uri="{FF2B5EF4-FFF2-40B4-BE49-F238E27FC236}">
                  <a16:creationId xmlns:a16="http://schemas.microsoft.com/office/drawing/2014/main" id="{9DE824DA-4AEF-5D1B-2A6C-D94AD255E79A}"/>
                </a:ext>
              </a:extLst>
            </p:cNvPr>
            <p:cNvSpPr/>
            <p:nvPr/>
          </p:nvSpPr>
          <p:spPr>
            <a:xfrm>
              <a:off x="5256944" y="2744943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259;p22">
              <a:extLst>
                <a:ext uri="{FF2B5EF4-FFF2-40B4-BE49-F238E27FC236}">
                  <a16:creationId xmlns:a16="http://schemas.microsoft.com/office/drawing/2014/main" id="{9A5B5044-5FD8-B00A-F0FF-BE251EA626F4}"/>
                </a:ext>
              </a:extLst>
            </p:cNvPr>
            <p:cNvSpPr/>
            <p:nvPr/>
          </p:nvSpPr>
          <p:spPr>
            <a:xfrm>
              <a:off x="4696378" y="3212020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0" y="6704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260;p22">
              <a:extLst>
                <a:ext uri="{FF2B5EF4-FFF2-40B4-BE49-F238E27FC236}">
                  <a16:creationId xmlns:a16="http://schemas.microsoft.com/office/drawing/2014/main" id="{CB0976E3-B6D8-F718-A961-EC29EE8B8B30}"/>
                </a:ext>
              </a:extLst>
            </p:cNvPr>
            <p:cNvSpPr/>
            <p:nvPr/>
          </p:nvSpPr>
          <p:spPr>
            <a:xfrm>
              <a:off x="4696378" y="3338165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7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261;p22">
              <a:extLst>
                <a:ext uri="{FF2B5EF4-FFF2-40B4-BE49-F238E27FC236}">
                  <a16:creationId xmlns:a16="http://schemas.microsoft.com/office/drawing/2014/main" id="{9B82754C-F361-B923-7799-A462EC546311}"/>
                </a:ext>
              </a:extLst>
            </p:cNvPr>
            <p:cNvSpPr/>
            <p:nvPr/>
          </p:nvSpPr>
          <p:spPr>
            <a:xfrm>
              <a:off x="4914697" y="3338165"/>
              <a:ext cx="217912" cy="377654"/>
            </a:xfrm>
            <a:custGeom>
              <a:avLst/>
              <a:gdLst/>
              <a:ahLst/>
              <a:cxnLst/>
              <a:rect l="l" t="t" r="r" b="b"/>
              <a:pathLst>
                <a:path w="5799" h="10050" extrusionOk="0">
                  <a:moveTo>
                    <a:pt x="5799" y="1"/>
                  </a:moveTo>
                  <a:lnTo>
                    <a:pt x="0" y="3347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262;p22">
              <a:extLst>
                <a:ext uri="{FF2B5EF4-FFF2-40B4-BE49-F238E27FC236}">
                  <a16:creationId xmlns:a16="http://schemas.microsoft.com/office/drawing/2014/main" id="{6342431E-F249-910F-AFFB-D531A9D11FB4}"/>
                </a:ext>
              </a:extLst>
            </p:cNvPr>
            <p:cNvSpPr/>
            <p:nvPr/>
          </p:nvSpPr>
          <p:spPr>
            <a:xfrm>
              <a:off x="4696378" y="2816977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0" y="6703"/>
                  </a:moveTo>
                  <a:lnTo>
                    <a:pt x="0" y="3346"/>
                  </a:lnTo>
                  <a:lnTo>
                    <a:pt x="5798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263;p22">
              <a:extLst>
                <a:ext uri="{FF2B5EF4-FFF2-40B4-BE49-F238E27FC236}">
                  <a16:creationId xmlns:a16="http://schemas.microsoft.com/office/drawing/2014/main" id="{E8B13021-DFEE-74BA-23CA-7296E125FFB8}"/>
                </a:ext>
              </a:extLst>
            </p:cNvPr>
            <p:cNvSpPr/>
            <p:nvPr/>
          </p:nvSpPr>
          <p:spPr>
            <a:xfrm>
              <a:off x="4696378" y="2942671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0" y="1"/>
                  </a:moveTo>
                  <a:lnTo>
                    <a:pt x="0" y="6704"/>
                  </a:lnTo>
                  <a:lnTo>
                    <a:pt x="5810" y="10062"/>
                  </a:lnTo>
                  <a:lnTo>
                    <a:pt x="5810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264;p22">
              <a:extLst>
                <a:ext uri="{FF2B5EF4-FFF2-40B4-BE49-F238E27FC236}">
                  <a16:creationId xmlns:a16="http://schemas.microsoft.com/office/drawing/2014/main" id="{6F3F852E-5E26-9F06-A6BB-5B2A1EA1E2EB}"/>
                </a:ext>
              </a:extLst>
            </p:cNvPr>
            <p:cNvSpPr/>
            <p:nvPr/>
          </p:nvSpPr>
          <p:spPr>
            <a:xfrm>
              <a:off x="4914697" y="2942671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5799" y="1"/>
                  </a:moveTo>
                  <a:lnTo>
                    <a:pt x="0" y="3358"/>
                  </a:lnTo>
                  <a:lnTo>
                    <a:pt x="0" y="10062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265;p22">
              <a:extLst>
                <a:ext uri="{FF2B5EF4-FFF2-40B4-BE49-F238E27FC236}">
                  <a16:creationId xmlns:a16="http://schemas.microsoft.com/office/drawing/2014/main" id="{5316E82B-97A2-06B1-FFEA-22D23C09EA07}"/>
                </a:ext>
              </a:extLst>
            </p:cNvPr>
            <p:cNvSpPr/>
            <p:nvPr/>
          </p:nvSpPr>
          <p:spPr>
            <a:xfrm>
              <a:off x="4354094" y="1828675"/>
              <a:ext cx="436275" cy="251920"/>
            </a:xfrm>
            <a:custGeom>
              <a:avLst/>
              <a:gdLst/>
              <a:ahLst/>
              <a:cxnLst/>
              <a:rect l="l" t="t" r="r" b="b"/>
              <a:pathLst>
                <a:path w="11610" h="6704" extrusionOk="0">
                  <a:moveTo>
                    <a:pt x="5799" y="6704"/>
                  </a:moveTo>
                  <a:lnTo>
                    <a:pt x="1" y="3346"/>
                  </a:lnTo>
                  <a:lnTo>
                    <a:pt x="5799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266;p22">
              <a:extLst>
                <a:ext uri="{FF2B5EF4-FFF2-40B4-BE49-F238E27FC236}">
                  <a16:creationId xmlns:a16="http://schemas.microsoft.com/office/drawing/2014/main" id="{C378A053-1C3A-48DF-440C-489C224AB4CB}"/>
                </a:ext>
              </a:extLst>
            </p:cNvPr>
            <p:cNvSpPr/>
            <p:nvPr/>
          </p:nvSpPr>
          <p:spPr>
            <a:xfrm>
              <a:off x="4354094" y="1954406"/>
              <a:ext cx="217950" cy="378067"/>
            </a:xfrm>
            <a:custGeom>
              <a:avLst/>
              <a:gdLst/>
              <a:ahLst/>
              <a:cxnLst/>
              <a:rect l="l" t="t" r="r" b="b"/>
              <a:pathLst>
                <a:path w="5800" h="10061" extrusionOk="0">
                  <a:moveTo>
                    <a:pt x="1" y="0"/>
                  </a:moveTo>
                  <a:lnTo>
                    <a:pt x="1" y="6703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267;p22">
              <a:extLst>
                <a:ext uri="{FF2B5EF4-FFF2-40B4-BE49-F238E27FC236}">
                  <a16:creationId xmlns:a16="http://schemas.microsoft.com/office/drawing/2014/main" id="{5C89C386-EE0F-1DFC-9380-A1D0FF42AE86}"/>
                </a:ext>
              </a:extLst>
            </p:cNvPr>
            <p:cNvSpPr/>
            <p:nvPr/>
          </p:nvSpPr>
          <p:spPr>
            <a:xfrm>
              <a:off x="4572000" y="1954406"/>
              <a:ext cx="218363" cy="378067"/>
            </a:xfrm>
            <a:custGeom>
              <a:avLst/>
              <a:gdLst/>
              <a:ahLst/>
              <a:cxnLst/>
              <a:rect l="l" t="t" r="r" b="b"/>
              <a:pathLst>
                <a:path w="5811" h="10061" extrusionOk="0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268;p22">
              <a:extLst>
                <a:ext uri="{FF2B5EF4-FFF2-40B4-BE49-F238E27FC236}">
                  <a16:creationId xmlns:a16="http://schemas.microsoft.com/office/drawing/2014/main" id="{07078714-108C-7142-0C66-03F8AA0402CA}"/>
                </a:ext>
              </a:extLst>
            </p:cNvPr>
            <p:cNvSpPr/>
            <p:nvPr/>
          </p:nvSpPr>
          <p:spPr>
            <a:xfrm>
              <a:off x="4696378" y="2026403"/>
              <a:ext cx="436237" cy="251957"/>
            </a:xfrm>
            <a:custGeom>
              <a:avLst/>
              <a:gdLst/>
              <a:ahLst/>
              <a:cxnLst/>
              <a:rect l="l" t="t" r="r" b="b"/>
              <a:pathLst>
                <a:path w="11609" h="6705" extrusionOk="0">
                  <a:moveTo>
                    <a:pt x="5798" y="6704"/>
                  </a:moveTo>
                  <a:lnTo>
                    <a:pt x="0" y="3347"/>
                  </a:lnTo>
                  <a:lnTo>
                    <a:pt x="5798" y="1"/>
                  </a:lnTo>
                  <a:lnTo>
                    <a:pt x="11609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269;p22">
              <a:extLst>
                <a:ext uri="{FF2B5EF4-FFF2-40B4-BE49-F238E27FC236}">
                  <a16:creationId xmlns:a16="http://schemas.microsoft.com/office/drawing/2014/main" id="{5D8D4AF0-5077-E488-838E-D5E57A30A352}"/>
                </a:ext>
              </a:extLst>
            </p:cNvPr>
            <p:cNvSpPr/>
            <p:nvPr/>
          </p:nvSpPr>
          <p:spPr>
            <a:xfrm>
              <a:off x="4696378" y="2152134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0" y="1"/>
                  </a:moveTo>
                  <a:lnTo>
                    <a:pt x="0" y="6704"/>
                  </a:lnTo>
                  <a:lnTo>
                    <a:pt x="5798" y="10061"/>
                  </a:lnTo>
                  <a:lnTo>
                    <a:pt x="5798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270;p22">
              <a:extLst>
                <a:ext uri="{FF2B5EF4-FFF2-40B4-BE49-F238E27FC236}">
                  <a16:creationId xmlns:a16="http://schemas.microsoft.com/office/drawing/2014/main" id="{A7CBF6B9-B1AC-9F0D-ED31-2C73ABE15277}"/>
                </a:ext>
              </a:extLst>
            </p:cNvPr>
            <p:cNvSpPr/>
            <p:nvPr/>
          </p:nvSpPr>
          <p:spPr>
            <a:xfrm>
              <a:off x="4914247" y="2152134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5811" y="1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271;p22">
              <a:extLst>
                <a:ext uri="{FF2B5EF4-FFF2-40B4-BE49-F238E27FC236}">
                  <a16:creationId xmlns:a16="http://schemas.microsoft.com/office/drawing/2014/main" id="{3B742B02-EEF4-E9A6-EA6C-063EF2455B2D}"/>
                </a:ext>
              </a:extLst>
            </p:cNvPr>
            <p:cNvSpPr/>
            <p:nvPr/>
          </p:nvSpPr>
          <p:spPr>
            <a:xfrm>
              <a:off x="5038625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272;p22">
              <a:extLst>
                <a:ext uri="{FF2B5EF4-FFF2-40B4-BE49-F238E27FC236}">
                  <a16:creationId xmlns:a16="http://schemas.microsoft.com/office/drawing/2014/main" id="{7D5BEF8D-8DB7-2A8F-7965-32440D2FDE75}"/>
                </a:ext>
              </a:extLst>
            </p:cNvPr>
            <p:cNvSpPr/>
            <p:nvPr/>
          </p:nvSpPr>
          <p:spPr>
            <a:xfrm>
              <a:off x="5038625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273;p22">
              <a:extLst>
                <a:ext uri="{FF2B5EF4-FFF2-40B4-BE49-F238E27FC236}">
                  <a16:creationId xmlns:a16="http://schemas.microsoft.com/office/drawing/2014/main" id="{65C62421-42C6-358A-2365-64C8638A7EAC}"/>
                </a:ext>
              </a:extLst>
            </p:cNvPr>
            <p:cNvSpPr/>
            <p:nvPr/>
          </p:nvSpPr>
          <p:spPr>
            <a:xfrm>
              <a:off x="5256944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274;p22">
              <a:extLst>
                <a:ext uri="{FF2B5EF4-FFF2-40B4-BE49-F238E27FC236}">
                  <a16:creationId xmlns:a16="http://schemas.microsoft.com/office/drawing/2014/main" id="{BF9A3F8D-16C9-9ECE-6EDE-452E457CB231}"/>
                </a:ext>
              </a:extLst>
            </p:cNvPr>
            <p:cNvSpPr/>
            <p:nvPr/>
          </p:nvSpPr>
          <p:spPr>
            <a:xfrm>
              <a:off x="4011397" y="2026403"/>
              <a:ext cx="436726" cy="251957"/>
            </a:xfrm>
            <a:custGeom>
              <a:avLst/>
              <a:gdLst/>
              <a:ahLst/>
              <a:cxnLst/>
              <a:rect l="l" t="t" r="r" b="b"/>
              <a:pathLst>
                <a:path w="11622" h="6705" extrusionOk="0">
                  <a:moveTo>
                    <a:pt x="5811" y="6704"/>
                  </a:moveTo>
                  <a:lnTo>
                    <a:pt x="1" y="3347"/>
                  </a:lnTo>
                  <a:lnTo>
                    <a:pt x="5811" y="1"/>
                  </a:lnTo>
                  <a:lnTo>
                    <a:pt x="11621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275;p22">
              <a:extLst>
                <a:ext uri="{FF2B5EF4-FFF2-40B4-BE49-F238E27FC236}">
                  <a16:creationId xmlns:a16="http://schemas.microsoft.com/office/drawing/2014/main" id="{06FFED32-12C0-0641-512B-CFFBC571F3B0}"/>
                </a:ext>
              </a:extLst>
            </p:cNvPr>
            <p:cNvSpPr/>
            <p:nvPr/>
          </p:nvSpPr>
          <p:spPr>
            <a:xfrm>
              <a:off x="4011397" y="2152134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1" y="1"/>
                  </a:moveTo>
                  <a:lnTo>
                    <a:pt x="1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276;p22">
              <a:extLst>
                <a:ext uri="{FF2B5EF4-FFF2-40B4-BE49-F238E27FC236}">
                  <a16:creationId xmlns:a16="http://schemas.microsoft.com/office/drawing/2014/main" id="{395AE431-837E-CA38-402D-BCBB38CD7EB4}"/>
                </a:ext>
              </a:extLst>
            </p:cNvPr>
            <p:cNvSpPr/>
            <p:nvPr/>
          </p:nvSpPr>
          <p:spPr>
            <a:xfrm>
              <a:off x="4229716" y="2152134"/>
              <a:ext cx="218400" cy="378105"/>
            </a:xfrm>
            <a:custGeom>
              <a:avLst/>
              <a:gdLst/>
              <a:ahLst/>
              <a:cxnLst/>
              <a:rect l="l" t="t" r="r" b="b"/>
              <a:pathLst>
                <a:path w="5812" h="10062" extrusionOk="0">
                  <a:moveTo>
                    <a:pt x="5811" y="1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277;p22">
              <a:extLst>
                <a:ext uri="{FF2B5EF4-FFF2-40B4-BE49-F238E27FC236}">
                  <a16:creationId xmlns:a16="http://schemas.microsoft.com/office/drawing/2014/main" id="{415BD013-D00D-F1AA-BB9F-962BFBE4AF38}"/>
                </a:ext>
              </a:extLst>
            </p:cNvPr>
            <p:cNvSpPr/>
            <p:nvPr/>
          </p:nvSpPr>
          <p:spPr>
            <a:xfrm>
              <a:off x="4354094" y="2223718"/>
              <a:ext cx="436275" cy="251920"/>
            </a:xfrm>
            <a:custGeom>
              <a:avLst/>
              <a:gdLst/>
              <a:ahLst/>
              <a:cxnLst/>
              <a:rect l="l" t="t" r="r" b="b"/>
              <a:pathLst>
                <a:path w="11610" h="6704" extrusionOk="0">
                  <a:moveTo>
                    <a:pt x="5799" y="6704"/>
                  </a:moveTo>
                  <a:lnTo>
                    <a:pt x="1" y="3358"/>
                  </a:lnTo>
                  <a:lnTo>
                    <a:pt x="5799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278;p22">
              <a:extLst>
                <a:ext uri="{FF2B5EF4-FFF2-40B4-BE49-F238E27FC236}">
                  <a16:creationId xmlns:a16="http://schemas.microsoft.com/office/drawing/2014/main" id="{895D0B4A-0C53-2253-ED4F-D10CA8B7A852}"/>
                </a:ext>
              </a:extLst>
            </p:cNvPr>
            <p:cNvSpPr/>
            <p:nvPr/>
          </p:nvSpPr>
          <p:spPr>
            <a:xfrm>
              <a:off x="4354094" y="2349900"/>
              <a:ext cx="217950" cy="377616"/>
            </a:xfrm>
            <a:custGeom>
              <a:avLst/>
              <a:gdLst/>
              <a:ahLst/>
              <a:cxnLst/>
              <a:rect l="l" t="t" r="r" b="b"/>
              <a:pathLst>
                <a:path w="5800" h="10049" extrusionOk="0">
                  <a:moveTo>
                    <a:pt x="1" y="0"/>
                  </a:moveTo>
                  <a:lnTo>
                    <a:pt x="1" y="6703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279;p22">
              <a:extLst>
                <a:ext uri="{FF2B5EF4-FFF2-40B4-BE49-F238E27FC236}">
                  <a16:creationId xmlns:a16="http://schemas.microsoft.com/office/drawing/2014/main" id="{F67CEB6B-5098-9973-236D-492E9177FD4A}"/>
                </a:ext>
              </a:extLst>
            </p:cNvPr>
            <p:cNvSpPr/>
            <p:nvPr/>
          </p:nvSpPr>
          <p:spPr>
            <a:xfrm>
              <a:off x="457200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5810" y="0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280;p22">
              <a:extLst>
                <a:ext uri="{FF2B5EF4-FFF2-40B4-BE49-F238E27FC236}">
                  <a16:creationId xmlns:a16="http://schemas.microsoft.com/office/drawing/2014/main" id="{25A180DC-1DFF-61D7-0468-C186563FCFF9}"/>
                </a:ext>
              </a:extLst>
            </p:cNvPr>
            <p:cNvSpPr/>
            <p:nvPr/>
          </p:nvSpPr>
          <p:spPr>
            <a:xfrm>
              <a:off x="4696378" y="2421483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0" y="6703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281;p22">
              <a:extLst>
                <a:ext uri="{FF2B5EF4-FFF2-40B4-BE49-F238E27FC236}">
                  <a16:creationId xmlns:a16="http://schemas.microsoft.com/office/drawing/2014/main" id="{E9690AEE-F8A5-8A56-B586-87F2EB0ED414}"/>
                </a:ext>
              </a:extLst>
            </p:cNvPr>
            <p:cNvSpPr/>
            <p:nvPr/>
          </p:nvSpPr>
          <p:spPr>
            <a:xfrm>
              <a:off x="4696378" y="2547628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6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282;p22">
              <a:extLst>
                <a:ext uri="{FF2B5EF4-FFF2-40B4-BE49-F238E27FC236}">
                  <a16:creationId xmlns:a16="http://schemas.microsoft.com/office/drawing/2014/main" id="{DFE3026C-FE8D-8EA4-A1F6-6A45C4C4A04A}"/>
                </a:ext>
              </a:extLst>
            </p:cNvPr>
            <p:cNvSpPr/>
            <p:nvPr/>
          </p:nvSpPr>
          <p:spPr>
            <a:xfrm>
              <a:off x="4914697" y="2547628"/>
              <a:ext cx="217912" cy="377654"/>
            </a:xfrm>
            <a:custGeom>
              <a:avLst/>
              <a:gdLst/>
              <a:ahLst/>
              <a:cxnLst/>
              <a:rect l="l" t="t" r="r" b="b"/>
              <a:pathLst>
                <a:path w="5799" h="10050" extrusionOk="0">
                  <a:moveTo>
                    <a:pt x="5799" y="1"/>
                  </a:moveTo>
                  <a:lnTo>
                    <a:pt x="0" y="3346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283;p22">
              <a:extLst>
                <a:ext uri="{FF2B5EF4-FFF2-40B4-BE49-F238E27FC236}">
                  <a16:creationId xmlns:a16="http://schemas.microsoft.com/office/drawing/2014/main" id="{25354EA0-EC23-544C-6704-711F965AEF83}"/>
                </a:ext>
              </a:extLst>
            </p:cNvPr>
            <p:cNvSpPr/>
            <p:nvPr/>
          </p:nvSpPr>
          <p:spPr>
            <a:xfrm>
              <a:off x="3669150" y="3014705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284;p22">
              <a:extLst>
                <a:ext uri="{FF2B5EF4-FFF2-40B4-BE49-F238E27FC236}">
                  <a16:creationId xmlns:a16="http://schemas.microsoft.com/office/drawing/2014/main" id="{A4E177F6-DAC5-33CD-06F8-C858754AFB1A}"/>
                </a:ext>
              </a:extLst>
            </p:cNvPr>
            <p:cNvSpPr/>
            <p:nvPr/>
          </p:nvSpPr>
          <p:spPr>
            <a:xfrm>
              <a:off x="3669150" y="3140436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0" y="0"/>
                  </a:moveTo>
                  <a:lnTo>
                    <a:pt x="0" y="6704"/>
                  </a:lnTo>
                  <a:lnTo>
                    <a:pt x="5811" y="10049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285;p22">
              <a:extLst>
                <a:ext uri="{FF2B5EF4-FFF2-40B4-BE49-F238E27FC236}">
                  <a16:creationId xmlns:a16="http://schemas.microsoft.com/office/drawing/2014/main" id="{D553F24B-9508-CC9A-6D67-71F86EFD88DC}"/>
                </a:ext>
              </a:extLst>
            </p:cNvPr>
            <p:cNvSpPr/>
            <p:nvPr/>
          </p:nvSpPr>
          <p:spPr>
            <a:xfrm>
              <a:off x="3887469" y="3140436"/>
              <a:ext cx="217912" cy="377654"/>
            </a:xfrm>
            <a:custGeom>
              <a:avLst/>
              <a:gdLst/>
              <a:ahLst/>
              <a:cxnLst/>
              <a:rect l="l" t="t" r="r" b="b"/>
              <a:pathLst>
                <a:path w="5799" h="10050" extrusionOk="0">
                  <a:moveTo>
                    <a:pt x="5799" y="0"/>
                  </a:moveTo>
                  <a:lnTo>
                    <a:pt x="1" y="3358"/>
                  </a:lnTo>
                  <a:lnTo>
                    <a:pt x="1" y="10049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286;p22">
              <a:extLst>
                <a:ext uri="{FF2B5EF4-FFF2-40B4-BE49-F238E27FC236}">
                  <a16:creationId xmlns:a16="http://schemas.microsoft.com/office/drawing/2014/main" id="{0B008EDA-4740-D9A4-8E31-5854992823A9}"/>
                </a:ext>
              </a:extLst>
            </p:cNvPr>
            <p:cNvSpPr/>
            <p:nvPr/>
          </p:nvSpPr>
          <p:spPr>
            <a:xfrm>
              <a:off x="4011397" y="3212020"/>
              <a:ext cx="436726" cy="251920"/>
            </a:xfrm>
            <a:custGeom>
              <a:avLst/>
              <a:gdLst/>
              <a:ahLst/>
              <a:cxnLst/>
              <a:rect l="l" t="t" r="r" b="b"/>
              <a:pathLst>
                <a:path w="11622" h="6704" extrusionOk="0">
                  <a:moveTo>
                    <a:pt x="5811" y="6704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287;p22">
              <a:extLst>
                <a:ext uri="{FF2B5EF4-FFF2-40B4-BE49-F238E27FC236}">
                  <a16:creationId xmlns:a16="http://schemas.microsoft.com/office/drawing/2014/main" id="{C81E6B3C-C723-D3D4-EF8C-9211C3DC521E}"/>
                </a:ext>
              </a:extLst>
            </p:cNvPr>
            <p:cNvSpPr/>
            <p:nvPr/>
          </p:nvSpPr>
          <p:spPr>
            <a:xfrm>
              <a:off x="4011397" y="3338165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288;p22">
              <a:extLst>
                <a:ext uri="{FF2B5EF4-FFF2-40B4-BE49-F238E27FC236}">
                  <a16:creationId xmlns:a16="http://schemas.microsoft.com/office/drawing/2014/main" id="{AE004E2E-9B1C-CBFA-9D88-CE4BB5FC9636}"/>
                </a:ext>
              </a:extLst>
            </p:cNvPr>
            <p:cNvSpPr/>
            <p:nvPr/>
          </p:nvSpPr>
          <p:spPr>
            <a:xfrm>
              <a:off x="4229716" y="3338165"/>
              <a:ext cx="218400" cy="377654"/>
            </a:xfrm>
            <a:custGeom>
              <a:avLst/>
              <a:gdLst/>
              <a:ahLst/>
              <a:cxnLst/>
              <a:rect l="l" t="t" r="r" b="b"/>
              <a:pathLst>
                <a:path w="5812" h="10050" extrusionOk="0">
                  <a:moveTo>
                    <a:pt x="5811" y="1"/>
                  </a:moveTo>
                  <a:lnTo>
                    <a:pt x="1" y="3347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289;p22">
              <a:extLst>
                <a:ext uri="{FF2B5EF4-FFF2-40B4-BE49-F238E27FC236}">
                  <a16:creationId xmlns:a16="http://schemas.microsoft.com/office/drawing/2014/main" id="{5C228B2D-3A53-2026-5B1A-3962023DFC81}"/>
                </a:ext>
              </a:extLst>
            </p:cNvPr>
            <p:cNvSpPr/>
            <p:nvPr/>
          </p:nvSpPr>
          <p:spPr>
            <a:xfrm>
              <a:off x="4354094" y="3409748"/>
              <a:ext cx="436275" cy="251957"/>
            </a:xfrm>
            <a:custGeom>
              <a:avLst/>
              <a:gdLst/>
              <a:ahLst/>
              <a:cxnLst/>
              <a:rect l="l" t="t" r="r" b="b"/>
              <a:pathLst>
                <a:path w="11610" h="6705" extrusionOk="0">
                  <a:moveTo>
                    <a:pt x="5799" y="6704"/>
                  </a:moveTo>
                  <a:lnTo>
                    <a:pt x="1" y="3359"/>
                  </a:lnTo>
                  <a:lnTo>
                    <a:pt x="5799" y="1"/>
                  </a:lnTo>
                  <a:lnTo>
                    <a:pt x="11609" y="335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290;p22">
              <a:extLst>
                <a:ext uri="{FF2B5EF4-FFF2-40B4-BE49-F238E27FC236}">
                  <a16:creationId xmlns:a16="http://schemas.microsoft.com/office/drawing/2014/main" id="{9819375D-122B-8891-81B1-6F43DFC74DC8}"/>
                </a:ext>
              </a:extLst>
            </p:cNvPr>
            <p:cNvSpPr/>
            <p:nvPr/>
          </p:nvSpPr>
          <p:spPr>
            <a:xfrm>
              <a:off x="4354094" y="3535930"/>
              <a:ext cx="217950" cy="377654"/>
            </a:xfrm>
            <a:custGeom>
              <a:avLst/>
              <a:gdLst/>
              <a:ahLst/>
              <a:cxnLst/>
              <a:rect l="l" t="t" r="r" b="b"/>
              <a:pathLst>
                <a:path w="5800" h="10050" extrusionOk="0">
                  <a:moveTo>
                    <a:pt x="1" y="1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291;p22">
              <a:extLst>
                <a:ext uri="{FF2B5EF4-FFF2-40B4-BE49-F238E27FC236}">
                  <a16:creationId xmlns:a16="http://schemas.microsoft.com/office/drawing/2014/main" id="{704D6778-B294-008B-8198-E00B6CB14C6C}"/>
                </a:ext>
              </a:extLst>
            </p:cNvPr>
            <p:cNvSpPr/>
            <p:nvPr/>
          </p:nvSpPr>
          <p:spPr>
            <a:xfrm>
              <a:off x="4572000" y="3535930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5810" y="1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292;p22">
              <a:extLst>
                <a:ext uri="{FF2B5EF4-FFF2-40B4-BE49-F238E27FC236}">
                  <a16:creationId xmlns:a16="http://schemas.microsoft.com/office/drawing/2014/main" id="{99FF137F-82EE-D870-BD56-43B83FDBD68A}"/>
                </a:ext>
              </a:extLst>
            </p:cNvPr>
            <p:cNvSpPr/>
            <p:nvPr/>
          </p:nvSpPr>
          <p:spPr>
            <a:xfrm>
              <a:off x="3669150" y="2619211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293;p22">
              <a:extLst>
                <a:ext uri="{FF2B5EF4-FFF2-40B4-BE49-F238E27FC236}">
                  <a16:creationId xmlns:a16="http://schemas.microsoft.com/office/drawing/2014/main" id="{3A3F7BA5-74D2-2A61-B066-DE35C739B65B}"/>
                </a:ext>
              </a:extLst>
            </p:cNvPr>
            <p:cNvSpPr/>
            <p:nvPr/>
          </p:nvSpPr>
          <p:spPr>
            <a:xfrm>
              <a:off x="3669150" y="2744943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294;p22">
              <a:extLst>
                <a:ext uri="{FF2B5EF4-FFF2-40B4-BE49-F238E27FC236}">
                  <a16:creationId xmlns:a16="http://schemas.microsoft.com/office/drawing/2014/main" id="{95B7B8B3-D85D-75E3-A71D-6F6C185FC9AA}"/>
                </a:ext>
              </a:extLst>
            </p:cNvPr>
            <p:cNvSpPr/>
            <p:nvPr/>
          </p:nvSpPr>
          <p:spPr>
            <a:xfrm>
              <a:off x="3887469" y="2744943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295;p22">
              <a:extLst>
                <a:ext uri="{FF2B5EF4-FFF2-40B4-BE49-F238E27FC236}">
                  <a16:creationId xmlns:a16="http://schemas.microsoft.com/office/drawing/2014/main" id="{5919D150-89F4-67D7-03A2-0AB0C2B5ECDA}"/>
                </a:ext>
              </a:extLst>
            </p:cNvPr>
            <p:cNvSpPr/>
            <p:nvPr/>
          </p:nvSpPr>
          <p:spPr>
            <a:xfrm>
              <a:off x="4011397" y="2816977"/>
              <a:ext cx="436726" cy="251920"/>
            </a:xfrm>
            <a:custGeom>
              <a:avLst/>
              <a:gdLst/>
              <a:ahLst/>
              <a:cxnLst/>
              <a:rect l="l" t="t" r="r" b="b"/>
              <a:pathLst>
                <a:path w="11622" h="6704" extrusionOk="0">
                  <a:moveTo>
                    <a:pt x="5811" y="6703"/>
                  </a:moveTo>
                  <a:lnTo>
                    <a:pt x="1" y="3346"/>
                  </a:lnTo>
                  <a:lnTo>
                    <a:pt x="5811" y="0"/>
                  </a:lnTo>
                  <a:lnTo>
                    <a:pt x="11621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296;p22">
              <a:extLst>
                <a:ext uri="{FF2B5EF4-FFF2-40B4-BE49-F238E27FC236}">
                  <a16:creationId xmlns:a16="http://schemas.microsoft.com/office/drawing/2014/main" id="{EBBBA5AF-F793-510B-E52C-3E0E94683E1E}"/>
                </a:ext>
              </a:extLst>
            </p:cNvPr>
            <p:cNvSpPr/>
            <p:nvPr/>
          </p:nvSpPr>
          <p:spPr>
            <a:xfrm>
              <a:off x="4011397" y="2942671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1" y="1"/>
                  </a:moveTo>
                  <a:lnTo>
                    <a:pt x="1" y="6704"/>
                  </a:lnTo>
                  <a:lnTo>
                    <a:pt x="5811" y="10062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297;p22">
              <a:extLst>
                <a:ext uri="{FF2B5EF4-FFF2-40B4-BE49-F238E27FC236}">
                  <a16:creationId xmlns:a16="http://schemas.microsoft.com/office/drawing/2014/main" id="{9B6D4957-6D33-FC58-2935-02EF7D9171A2}"/>
                </a:ext>
              </a:extLst>
            </p:cNvPr>
            <p:cNvSpPr/>
            <p:nvPr/>
          </p:nvSpPr>
          <p:spPr>
            <a:xfrm>
              <a:off x="4229716" y="2942671"/>
              <a:ext cx="218400" cy="378105"/>
            </a:xfrm>
            <a:custGeom>
              <a:avLst/>
              <a:gdLst/>
              <a:ahLst/>
              <a:cxnLst/>
              <a:rect l="l" t="t" r="r" b="b"/>
              <a:pathLst>
                <a:path w="5812" h="10062" extrusionOk="0">
                  <a:moveTo>
                    <a:pt x="5811" y="1"/>
                  </a:moveTo>
                  <a:lnTo>
                    <a:pt x="1" y="3358"/>
                  </a:lnTo>
                  <a:lnTo>
                    <a:pt x="1" y="10062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298;p22">
              <a:extLst>
                <a:ext uri="{FF2B5EF4-FFF2-40B4-BE49-F238E27FC236}">
                  <a16:creationId xmlns:a16="http://schemas.microsoft.com/office/drawing/2014/main" id="{AFF29FD5-D3B1-578C-BE66-087BFC9C62DA}"/>
                </a:ext>
              </a:extLst>
            </p:cNvPr>
            <p:cNvSpPr/>
            <p:nvPr/>
          </p:nvSpPr>
          <p:spPr>
            <a:xfrm>
              <a:off x="4354094" y="3014705"/>
              <a:ext cx="436275" cy="251920"/>
            </a:xfrm>
            <a:custGeom>
              <a:avLst/>
              <a:gdLst/>
              <a:ahLst/>
              <a:cxnLst/>
              <a:rect l="l" t="t" r="r" b="b"/>
              <a:pathLst>
                <a:path w="11610" h="6704" extrusionOk="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299;p22">
              <a:extLst>
                <a:ext uri="{FF2B5EF4-FFF2-40B4-BE49-F238E27FC236}">
                  <a16:creationId xmlns:a16="http://schemas.microsoft.com/office/drawing/2014/main" id="{75D05536-EAFB-3CE3-CCED-6F93B4A3A065}"/>
                </a:ext>
              </a:extLst>
            </p:cNvPr>
            <p:cNvSpPr/>
            <p:nvPr/>
          </p:nvSpPr>
          <p:spPr>
            <a:xfrm>
              <a:off x="4354094" y="3140436"/>
              <a:ext cx="217950" cy="377654"/>
            </a:xfrm>
            <a:custGeom>
              <a:avLst/>
              <a:gdLst/>
              <a:ahLst/>
              <a:cxnLst/>
              <a:rect l="l" t="t" r="r" b="b"/>
              <a:pathLst>
                <a:path w="5800" h="10050" extrusionOk="0">
                  <a:moveTo>
                    <a:pt x="1" y="0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300;p22">
              <a:extLst>
                <a:ext uri="{FF2B5EF4-FFF2-40B4-BE49-F238E27FC236}">
                  <a16:creationId xmlns:a16="http://schemas.microsoft.com/office/drawing/2014/main" id="{74FCB8FE-C992-B53B-1B23-C9FBA621277A}"/>
                </a:ext>
              </a:extLst>
            </p:cNvPr>
            <p:cNvSpPr/>
            <p:nvPr/>
          </p:nvSpPr>
          <p:spPr>
            <a:xfrm>
              <a:off x="4572000" y="3140436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5810" y="0"/>
                  </a:moveTo>
                  <a:lnTo>
                    <a:pt x="0" y="3358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301;p22">
              <a:extLst>
                <a:ext uri="{FF2B5EF4-FFF2-40B4-BE49-F238E27FC236}">
                  <a16:creationId xmlns:a16="http://schemas.microsoft.com/office/drawing/2014/main" id="{315FF22D-B24B-3152-7925-BB716212E0A7}"/>
                </a:ext>
              </a:extLst>
            </p:cNvPr>
            <p:cNvSpPr/>
            <p:nvPr/>
          </p:nvSpPr>
          <p:spPr>
            <a:xfrm>
              <a:off x="3669150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302;p22">
              <a:extLst>
                <a:ext uri="{FF2B5EF4-FFF2-40B4-BE49-F238E27FC236}">
                  <a16:creationId xmlns:a16="http://schemas.microsoft.com/office/drawing/2014/main" id="{8B76E77D-2554-12DF-F181-D98F43ED3C95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303;p22">
              <a:extLst>
                <a:ext uri="{FF2B5EF4-FFF2-40B4-BE49-F238E27FC236}">
                  <a16:creationId xmlns:a16="http://schemas.microsoft.com/office/drawing/2014/main" id="{99122406-CB84-1038-D2D8-F758F2EAD000}"/>
                </a:ext>
              </a:extLst>
            </p:cNvPr>
            <p:cNvSpPr/>
            <p:nvPr/>
          </p:nvSpPr>
          <p:spPr>
            <a:xfrm>
              <a:off x="3887469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304;p22">
              <a:extLst>
                <a:ext uri="{FF2B5EF4-FFF2-40B4-BE49-F238E27FC236}">
                  <a16:creationId xmlns:a16="http://schemas.microsoft.com/office/drawing/2014/main" id="{E0D77B5A-D61F-84E2-DCA1-27E0CA276737}"/>
                </a:ext>
              </a:extLst>
            </p:cNvPr>
            <p:cNvSpPr/>
            <p:nvPr/>
          </p:nvSpPr>
          <p:spPr>
            <a:xfrm>
              <a:off x="4011397" y="2421483"/>
              <a:ext cx="436726" cy="251920"/>
            </a:xfrm>
            <a:custGeom>
              <a:avLst/>
              <a:gdLst/>
              <a:ahLst/>
              <a:cxnLst/>
              <a:rect l="l" t="t" r="r" b="b"/>
              <a:pathLst>
                <a:path w="11622" h="6704" extrusionOk="0">
                  <a:moveTo>
                    <a:pt x="5811" y="6703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305;p22">
              <a:extLst>
                <a:ext uri="{FF2B5EF4-FFF2-40B4-BE49-F238E27FC236}">
                  <a16:creationId xmlns:a16="http://schemas.microsoft.com/office/drawing/2014/main" id="{2724B032-BE59-1F51-E9DD-E08D9BCB8BB4}"/>
                </a:ext>
              </a:extLst>
            </p:cNvPr>
            <p:cNvSpPr/>
            <p:nvPr/>
          </p:nvSpPr>
          <p:spPr>
            <a:xfrm>
              <a:off x="4011397" y="2547628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306;p22">
              <a:extLst>
                <a:ext uri="{FF2B5EF4-FFF2-40B4-BE49-F238E27FC236}">
                  <a16:creationId xmlns:a16="http://schemas.microsoft.com/office/drawing/2014/main" id="{94B2422F-F09B-4278-CBE9-B3CD23385092}"/>
                </a:ext>
              </a:extLst>
            </p:cNvPr>
            <p:cNvSpPr/>
            <p:nvPr/>
          </p:nvSpPr>
          <p:spPr>
            <a:xfrm>
              <a:off x="4229716" y="2547628"/>
              <a:ext cx="218400" cy="377654"/>
            </a:xfrm>
            <a:custGeom>
              <a:avLst/>
              <a:gdLst/>
              <a:ahLst/>
              <a:cxnLst/>
              <a:rect l="l" t="t" r="r" b="b"/>
              <a:pathLst>
                <a:path w="5812" h="10050" extrusionOk="0">
                  <a:moveTo>
                    <a:pt x="5811" y="1"/>
                  </a:moveTo>
                  <a:lnTo>
                    <a:pt x="1" y="3346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307;p22">
              <a:extLst>
                <a:ext uri="{FF2B5EF4-FFF2-40B4-BE49-F238E27FC236}">
                  <a16:creationId xmlns:a16="http://schemas.microsoft.com/office/drawing/2014/main" id="{22E1BE67-344F-F72B-2114-FA6A5EAF4DC7}"/>
                </a:ext>
              </a:extLst>
            </p:cNvPr>
            <p:cNvSpPr/>
            <p:nvPr/>
          </p:nvSpPr>
          <p:spPr>
            <a:xfrm>
              <a:off x="4354094" y="2619211"/>
              <a:ext cx="436275" cy="251920"/>
            </a:xfrm>
            <a:custGeom>
              <a:avLst/>
              <a:gdLst/>
              <a:ahLst/>
              <a:cxnLst/>
              <a:rect l="l" t="t" r="r" b="b"/>
              <a:pathLst>
                <a:path w="11610" h="6704" extrusionOk="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308;p22">
              <a:extLst>
                <a:ext uri="{FF2B5EF4-FFF2-40B4-BE49-F238E27FC236}">
                  <a16:creationId xmlns:a16="http://schemas.microsoft.com/office/drawing/2014/main" id="{2D715DA3-8CAE-DCAB-B507-AB224822C14D}"/>
                </a:ext>
              </a:extLst>
            </p:cNvPr>
            <p:cNvSpPr/>
            <p:nvPr/>
          </p:nvSpPr>
          <p:spPr>
            <a:xfrm>
              <a:off x="4354094" y="2744943"/>
              <a:ext cx="217950" cy="378105"/>
            </a:xfrm>
            <a:custGeom>
              <a:avLst/>
              <a:gdLst/>
              <a:ahLst/>
              <a:cxnLst/>
              <a:rect l="l" t="t" r="r" b="b"/>
              <a:pathLst>
                <a:path w="5800" h="10062" extrusionOk="0">
                  <a:moveTo>
                    <a:pt x="1" y="0"/>
                  </a:moveTo>
                  <a:lnTo>
                    <a:pt x="1" y="6704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309;p22">
              <a:extLst>
                <a:ext uri="{FF2B5EF4-FFF2-40B4-BE49-F238E27FC236}">
                  <a16:creationId xmlns:a16="http://schemas.microsoft.com/office/drawing/2014/main" id="{2B62AD6C-7ADE-6912-FF4D-48E82ACBB499}"/>
                </a:ext>
              </a:extLst>
            </p:cNvPr>
            <p:cNvSpPr/>
            <p:nvPr/>
          </p:nvSpPr>
          <p:spPr>
            <a:xfrm>
              <a:off x="4572000" y="2744943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4" name="Google Shape;2661;p33">
            <a:extLst>
              <a:ext uri="{FF2B5EF4-FFF2-40B4-BE49-F238E27FC236}">
                <a16:creationId xmlns:a16="http://schemas.microsoft.com/office/drawing/2014/main" id="{B3F8F339-8816-3428-C346-9A177D8FE5D2}"/>
              </a:ext>
            </a:extLst>
          </p:cNvPr>
          <p:cNvCxnSpPr>
            <a:cxnSpLocks/>
          </p:cNvCxnSpPr>
          <p:nvPr/>
        </p:nvCxnSpPr>
        <p:spPr>
          <a:xfrm>
            <a:off x="1823231" y="1332103"/>
            <a:ext cx="565383" cy="25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5" name="Google Shape;2661;p33">
            <a:extLst>
              <a:ext uri="{FF2B5EF4-FFF2-40B4-BE49-F238E27FC236}">
                <a16:creationId xmlns:a16="http://schemas.microsoft.com/office/drawing/2014/main" id="{6EAF76EA-7E40-8A5B-79E9-4D4CA078B7A4}"/>
              </a:ext>
            </a:extLst>
          </p:cNvPr>
          <p:cNvCxnSpPr>
            <a:cxnSpLocks/>
          </p:cNvCxnSpPr>
          <p:nvPr/>
        </p:nvCxnSpPr>
        <p:spPr>
          <a:xfrm flipV="1">
            <a:off x="3902311" y="1332102"/>
            <a:ext cx="596354" cy="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7" name="Google Shape;2661;p33">
            <a:extLst>
              <a:ext uri="{FF2B5EF4-FFF2-40B4-BE49-F238E27FC236}">
                <a16:creationId xmlns:a16="http://schemas.microsoft.com/office/drawing/2014/main" id="{0290C44D-6ABF-857C-E211-9C2E632C65DB}"/>
              </a:ext>
            </a:extLst>
          </p:cNvPr>
          <p:cNvCxnSpPr>
            <a:cxnSpLocks/>
          </p:cNvCxnSpPr>
          <p:nvPr/>
        </p:nvCxnSpPr>
        <p:spPr>
          <a:xfrm>
            <a:off x="6514414" y="3392141"/>
            <a:ext cx="643317" cy="0"/>
          </a:xfrm>
          <a:prstGeom prst="straightConnector1">
            <a:avLst/>
          </a:prstGeom>
          <a:ln>
            <a:headEnd type="stealth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3AA0A49F-F1C2-AB20-2D61-777667AD9DA1}"/>
              </a:ext>
            </a:extLst>
          </p:cNvPr>
          <p:cNvSpPr txBox="1"/>
          <p:nvPr/>
        </p:nvSpPr>
        <p:spPr>
          <a:xfrm>
            <a:off x="292120" y="1718067"/>
            <a:ext cx="1527797" cy="523220"/>
          </a:xfrm>
          <a:prstGeom prst="rect">
            <a:avLst/>
          </a:prstGeom>
          <a:ln w="19050">
            <a:solidFill>
              <a:srgbClr val="FAA2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Request</a:t>
            </a:r>
          </a:p>
        </p:txBody>
      </p:sp>
      <p:pic>
        <p:nvPicPr>
          <p:cNvPr id="235" name="Picture 2">
            <a:extLst>
              <a:ext uri="{FF2B5EF4-FFF2-40B4-BE49-F238E27FC236}">
                <a16:creationId xmlns:a16="http://schemas.microsoft.com/office/drawing/2014/main" id="{0054B13F-BD0A-F1C0-4508-B5E3D11AF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34539">
            <a:off x="7615077" y="3110482"/>
            <a:ext cx="671014" cy="671014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6" name="TextBox 235">
            <a:extLst>
              <a:ext uri="{FF2B5EF4-FFF2-40B4-BE49-F238E27FC236}">
                <a16:creationId xmlns:a16="http://schemas.microsoft.com/office/drawing/2014/main" id="{E833A89A-CD90-2A3C-C3B9-F07ADE8B63E1}"/>
              </a:ext>
            </a:extLst>
          </p:cNvPr>
          <p:cNvSpPr txBox="1"/>
          <p:nvPr/>
        </p:nvSpPr>
        <p:spPr>
          <a:xfrm>
            <a:off x="2391034" y="1718881"/>
            <a:ext cx="1527797" cy="738664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created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epresenting the Transaction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8A637D8F-490F-C8FC-FD40-6759163DFBBC}"/>
              </a:ext>
            </a:extLst>
          </p:cNvPr>
          <p:cNvSpPr txBox="1"/>
          <p:nvPr/>
        </p:nvSpPr>
        <p:spPr>
          <a:xfrm>
            <a:off x="4498665" y="2132617"/>
            <a:ext cx="2319867" cy="523220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sent to every node for Validation</a:t>
            </a:r>
          </a:p>
        </p:txBody>
      </p:sp>
      <p:cxnSp>
        <p:nvCxnSpPr>
          <p:cNvPr id="259" name="Elbow Connector 258">
            <a:extLst>
              <a:ext uri="{FF2B5EF4-FFF2-40B4-BE49-F238E27FC236}">
                <a16:creationId xmlns:a16="http://schemas.microsoft.com/office/drawing/2014/main" id="{CE0E5EFA-2107-B29D-7840-F50B8EBD02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43907" y="1581634"/>
            <a:ext cx="1676461" cy="1138700"/>
          </a:xfrm>
          <a:prstGeom prst="bentConnector3">
            <a:avLst>
              <a:gd name="adj1" fmla="val -503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276D5E76-1B9B-0F25-2694-CC62D1546BC9}"/>
              </a:ext>
            </a:extLst>
          </p:cNvPr>
          <p:cNvSpPr txBox="1"/>
          <p:nvPr/>
        </p:nvSpPr>
        <p:spPr>
          <a:xfrm>
            <a:off x="7186687" y="3951695"/>
            <a:ext cx="1527797" cy="738664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receive rewards for </a:t>
            </a:r>
            <a:r>
              <a:rPr lang="en-GB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(Proof of Work)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EAE0DC45-FBE6-20DB-A4B3-3397DF70A615}"/>
              </a:ext>
            </a:extLst>
          </p:cNvPr>
          <p:cNvSpPr txBox="1"/>
          <p:nvPr/>
        </p:nvSpPr>
        <p:spPr>
          <a:xfrm>
            <a:off x="4909801" y="3947648"/>
            <a:ext cx="1630691" cy="738664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is added to existing Blockchain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57AEC3D8-8F0A-BF7A-49C8-28368E4D0E89}"/>
              </a:ext>
            </a:extLst>
          </p:cNvPr>
          <p:cNvSpPr txBox="1"/>
          <p:nvPr/>
        </p:nvSpPr>
        <p:spPr>
          <a:xfrm>
            <a:off x="290302" y="3948152"/>
            <a:ext cx="1630691" cy="523220"/>
          </a:xfrm>
          <a:prstGeom prst="rect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completed</a:t>
            </a:r>
          </a:p>
        </p:txBody>
      </p:sp>
      <p:grpSp>
        <p:nvGrpSpPr>
          <p:cNvPr id="303" name="Google Shape;3212;p36">
            <a:extLst>
              <a:ext uri="{FF2B5EF4-FFF2-40B4-BE49-F238E27FC236}">
                <a16:creationId xmlns:a16="http://schemas.microsoft.com/office/drawing/2014/main" id="{CF520C8C-1055-F204-614E-BCC34AD36924}"/>
              </a:ext>
            </a:extLst>
          </p:cNvPr>
          <p:cNvGrpSpPr/>
          <p:nvPr/>
        </p:nvGrpSpPr>
        <p:grpSpPr>
          <a:xfrm>
            <a:off x="693179" y="3058194"/>
            <a:ext cx="779374" cy="736479"/>
            <a:chOff x="6330300" y="991275"/>
            <a:chExt cx="1926218" cy="1867668"/>
          </a:xfrm>
        </p:grpSpPr>
        <p:sp>
          <p:nvSpPr>
            <p:cNvPr id="304" name="Google Shape;3213;p36">
              <a:extLst>
                <a:ext uri="{FF2B5EF4-FFF2-40B4-BE49-F238E27FC236}">
                  <a16:creationId xmlns:a16="http://schemas.microsoft.com/office/drawing/2014/main" id="{2174B118-C457-86E4-9804-AC2D558D984E}"/>
                </a:ext>
              </a:extLst>
            </p:cNvPr>
            <p:cNvSpPr/>
            <p:nvPr/>
          </p:nvSpPr>
          <p:spPr>
            <a:xfrm>
              <a:off x="6330300" y="992515"/>
              <a:ext cx="1167739" cy="1393496"/>
            </a:xfrm>
            <a:custGeom>
              <a:avLst/>
              <a:gdLst/>
              <a:ahLst/>
              <a:cxnLst/>
              <a:rect l="l" t="t" r="r" b="b"/>
              <a:pathLst>
                <a:path w="47091" h="56195" extrusionOk="0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214;p36">
              <a:extLst>
                <a:ext uri="{FF2B5EF4-FFF2-40B4-BE49-F238E27FC236}">
                  <a16:creationId xmlns:a16="http://schemas.microsoft.com/office/drawing/2014/main" id="{76F708C9-05D3-7C74-8440-55F8CFD98B3A}"/>
                </a:ext>
              </a:extLst>
            </p:cNvPr>
            <p:cNvSpPr/>
            <p:nvPr/>
          </p:nvSpPr>
          <p:spPr>
            <a:xfrm>
              <a:off x="6335929" y="991275"/>
              <a:ext cx="1167714" cy="1405374"/>
            </a:xfrm>
            <a:custGeom>
              <a:avLst/>
              <a:gdLst/>
              <a:ahLst/>
              <a:cxnLst/>
              <a:rect l="l" t="t" r="r" b="b"/>
              <a:pathLst>
                <a:path w="47090" h="56674" extrusionOk="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215;p36">
              <a:extLst>
                <a:ext uri="{FF2B5EF4-FFF2-40B4-BE49-F238E27FC236}">
                  <a16:creationId xmlns:a16="http://schemas.microsoft.com/office/drawing/2014/main" id="{087746BD-AE86-766F-C6DB-E05148C502A7}"/>
                </a:ext>
              </a:extLst>
            </p:cNvPr>
            <p:cNvSpPr/>
            <p:nvPr/>
          </p:nvSpPr>
          <p:spPr>
            <a:xfrm>
              <a:off x="6341533" y="995986"/>
              <a:ext cx="1167714" cy="1405398"/>
            </a:xfrm>
            <a:custGeom>
              <a:avLst/>
              <a:gdLst/>
              <a:ahLst/>
              <a:cxnLst/>
              <a:rect l="l" t="t" r="r" b="b"/>
              <a:pathLst>
                <a:path w="47090" h="56675" extrusionOk="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216;p36">
              <a:extLst>
                <a:ext uri="{FF2B5EF4-FFF2-40B4-BE49-F238E27FC236}">
                  <a16:creationId xmlns:a16="http://schemas.microsoft.com/office/drawing/2014/main" id="{CDFEFA37-5B4F-8CBA-7AD5-D96EE0E7BA6A}"/>
                </a:ext>
              </a:extLst>
            </p:cNvPr>
            <p:cNvSpPr/>
            <p:nvPr/>
          </p:nvSpPr>
          <p:spPr>
            <a:xfrm>
              <a:off x="6374289" y="1060060"/>
              <a:ext cx="1108374" cy="1293785"/>
            </a:xfrm>
            <a:custGeom>
              <a:avLst/>
              <a:gdLst/>
              <a:ahLst/>
              <a:cxnLst/>
              <a:rect l="l" t="t" r="r" b="b"/>
              <a:pathLst>
                <a:path w="44697" h="52174" extrusionOk="0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217;p36">
              <a:extLst>
                <a:ext uri="{FF2B5EF4-FFF2-40B4-BE49-F238E27FC236}">
                  <a16:creationId xmlns:a16="http://schemas.microsoft.com/office/drawing/2014/main" id="{823D3E03-E4C3-23B5-2790-4FBCBAAEEFAE}"/>
                </a:ext>
              </a:extLst>
            </p:cNvPr>
            <p:cNvSpPr/>
            <p:nvPr/>
          </p:nvSpPr>
          <p:spPr>
            <a:xfrm>
              <a:off x="6374289" y="1062713"/>
              <a:ext cx="1108671" cy="1284932"/>
            </a:xfrm>
            <a:custGeom>
              <a:avLst/>
              <a:gdLst/>
              <a:ahLst/>
              <a:cxnLst/>
              <a:rect l="l" t="t" r="r" b="b"/>
              <a:pathLst>
                <a:path w="44709" h="51817" extrusionOk="0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218;p36">
              <a:extLst>
                <a:ext uri="{FF2B5EF4-FFF2-40B4-BE49-F238E27FC236}">
                  <a16:creationId xmlns:a16="http://schemas.microsoft.com/office/drawing/2014/main" id="{71F6192E-2F9D-53BE-80C5-56DED8EF5B96}"/>
                </a:ext>
              </a:extLst>
            </p:cNvPr>
            <p:cNvSpPr/>
            <p:nvPr/>
          </p:nvSpPr>
          <p:spPr>
            <a:xfrm>
              <a:off x="6370470" y="1739083"/>
              <a:ext cx="1886048" cy="1095678"/>
            </a:xfrm>
            <a:custGeom>
              <a:avLst/>
              <a:gdLst/>
              <a:ahLst/>
              <a:cxnLst/>
              <a:rect l="l" t="t" r="r" b="b"/>
              <a:pathLst>
                <a:path w="76058" h="44185" extrusionOk="0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219;p36">
              <a:extLst>
                <a:ext uri="{FF2B5EF4-FFF2-40B4-BE49-F238E27FC236}">
                  <a16:creationId xmlns:a16="http://schemas.microsoft.com/office/drawing/2014/main" id="{229F19EC-0FE0-B5DE-4C68-49DFB87448F7}"/>
                </a:ext>
              </a:extLst>
            </p:cNvPr>
            <p:cNvSpPr/>
            <p:nvPr/>
          </p:nvSpPr>
          <p:spPr>
            <a:xfrm>
              <a:off x="6515428" y="1816720"/>
              <a:ext cx="1422806" cy="824071"/>
            </a:xfrm>
            <a:custGeom>
              <a:avLst/>
              <a:gdLst/>
              <a:ahLst/>
              <a:cxnLst/>
              <a:rect l="l" t="t" r="r" b="b"/>
              <a:pathLst>
                <a:path w="57377" h="33232" extrusionOk="0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220;p36">
              <a:extLst>
                <a:ext uri="{FF2B5EF4-FFF2-40B4-BE49-F238E27FC236}">
                  <a16:creationId xmlns:a16="http://schemas.microsoft.com/office/drawing/2014/main" id="{26DCE4C5-F2EA-4E52-D75D-1E075A154C45}"/>
                </a:ext>
              </a:extLst>
            </p:cNvPr>
            <p:cNvSpPr/>
            <p:nvPr/>
          </p:nvSpPr>
          <p:spPr>
            <a:xfrm>
              <a:off x="7288918" y="2266650"/>
              <a:ext cx="544751" cy="315350"/>
            </a:xfrm>
            <a:custGeom>
              <a:avLst/>
              <a:gdLst/>
              <a:ahLst/>
              <a:cxnLst/>
              <a:rect l="l" t="t" r="r" b="b"/>
              <a:pathLst>
                <a:path w="21968" h="12717" extrusionOk="0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221;p36">
              <a:extLst>
                <a:ext uri="{FF2B5EF4-FFF2-40B4-BE49-F238E27FC236}">
                  <a16:creationId xmlns:a16="http://schemas.microsoft.com/office/drawing/2014/main" id="{6A9D4EC7-DE09-9E77-62B4-C52303D129CF}"/>
                </a:ext>
              </a:extLst>
            </p:cNvPr>
            <p:cNvSpPr/>
            <p:nvPr/>
          </p:nvSpPr>
          <p:spPr>
            <a:xfrm>
              <a:off x="7289811" y="2269625"/>
              <a:ext cx="544156" cy="312374"/>
            </a:xfrm>
            <a:custGeom>
              <a:avLst/>
              <a:gdLst/>
              <a:ahLst/>
              <a:cxnLst/>
              <a:rect l="l" t="t" r="r" b="b"/>
              <a:pathLst>
                <a:path w="21944" h="12597" extrusionOk="0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222;p36">
              <a:extLst>
                <a:ext uri="{FF2B5EF4-FFF2-40B4-BE49-F238E27FC236}">
                  <a16:creationId xmlns:a16="http://schemas.microsoft.com/office/drawing/2014/main" id="{90E1D94C-25EB-41F7-2A71-D6BAA4F20EC8}"/>
                </a:ext>
              </a:extLst>
            </p:cNvPr>
            <p:cNvSpPr/>
            <p:nvPr/>
          </p:nvSpPr>
          <p:spPr>
            <a:xfrm>
              <a:off x="6540819" y="1834152"/>
              <a:ext cx="1385312" cy="781543"/>
            </a:xfrm>
            <a:custGeom>
              <a:avLst/>
              <a:gdLst/>
              <a:ahLst/>
              <a:cxnLst/>
              <a:rect l="l" t="t" r="r" b="b"/>
              <a:pathLst>
                <a:path w="55865" h="31517" extrusionOk="0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223;p36">
              <a:extLst>
                <a:ext uri="{FF2B5EF4-FFF2-40B4-BE49-F238E27FC236}">
                  <a16:creationId xmlns:a16="http://schemas.microsoft.com/office/drawing/2014/main" id="{DD79FC77-96D2-D621-2667-04CAA77D850E}"/>
                </a:ext>
              </a:extLst>
            </p:cNvPr>
            <p:cNvSpPr/>
            <p:nvPr/>
          </p:nvSpPr>
          <p:spPr>
            <a:xfrm>
              <a:off x="7463979" y="1775112"/>
              <a:ext cx="49645" cy="28368"/>
            </a:xfrm>
            <a:custGeom>
              <a:avLst/>
              <a:gdLst/>
              <a:ahLst/>
              <a:cxnLst/>
              <a:rect l="l" t="t" r="r" b="b"/>
              <a:pathLst>
                <a:path w="2002" h="1144" extrusionOk="0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224;p36">
              <a:extLst>
                <a:ext uri="{FF2B5EF4-FFF2-40B4-BE49-F238E27FC236}">
                  <a16:creationId xmlns:a16="http://schemas.microsoft.com/office/drawing/2014/main" id="{58412A4D-427B-814C-E05B-A91FABE1ECCC}"/>
                </a:ext>
              </a:extLst>
            </p:cNvPr>
            <p:cNvSpPr/>
            <p:nvPr/>
          </p:nvSpPr>
          <p:spPr>
            <a:xfrm>
              <a:off x="7467524" y="1777170"/>
              <a:ext cx="42553" cy="24227"/>
            </a:xfrm>
            <a:custGeom>
              <a:avLst/>
              <a:gdLst/>
              <a:ahLst/>
              <a:cxnLst/>
              <a:rect l="l" t="t" r="r" b="b"/>
              <a:pathLst>
                <a:path w="1716" h="977" extrusionOk="0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225;p36">
              <a:extLst>
                <a:ext uri="{FF2B5EF4-FFF2-40B4-BE49-F238E27FC236}">
                  <a16:creationId xmlns:a16="http://schemas.microsoft.com/office/drawing/2014/main" id="{F100A1CC-8B4E-D87A-D2D8-076C2B2BE184}"/>
                </a:ext>
              </a:extLst>
            </p:cNvPr>
            <p:cNvSpPr/>
            <p:nvPr/>
          </p:nvSpPr>
          <p:spPr>
            <a:xfrm>
              <a:off x="6369875" y="2166572"/>
              <a:ext cx="1886643" cy="692371"/>
            </a:xfrm>
            <a:custGeom>
              <a:avLst/>
              <a:gdLst/>
              <a:ahLst/>
              <a:cxnLst/>
              <a:rect l="l" t="t" r="r" b="b"/>
              <a:pathLst>
                <a:path w="76082" h="27921" extrusionOk="0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17" name="Google Shape;2661;p33">
            <a:extLst>
              <a:ext uri="{FF2B5EF4-FFF2-40B4-BE49-F238E27FC236}">
                <a16:creationId xmlns:a16="http://schemas.microsoft.com/office/drawing/2014/main" id="{619B8FC0-0533-1813-549D-EC31E5C9732E}"/>
              </a:ext>
            </a:extLst>
          </p:cNvPr>
          <p:cNvCxnSpPr>
            <a:cxnSpLocks/>
          </p:cNvCxnSpPr>
          <p:nvPr/>
        </p:nvCxnSpPr>
        <p:spPr>
          <a:xfrm>
            <a:off x="1922811" y="3361228"/>
            <a:ext cx="2966614" cy="30913"/>
          </a:xfrm>
          <a:prstGeom prst="straightConnector1">
            <a:avLst/>
          </a:prstGeom>
          <a:ln>
            <a:headEnd type="stealth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19" name="Google Shape;1252;p22">
            <a:extLst>
              <a:ext uri="{FF2B5EF4-FFF2-40B4-BE49-F238E27FC236}">
                <a16:creationId xmlns:a16="http://schemas.microsoft.com/office/drawing/2014/main" id="{CD7318B4-F51E-4750-78A5-A8772C6996D5}"/>
              </a:ext>
            </a:extLst>
          </p:cNvPr>
          <p:cNvGrpSpPr/>
          <p:nvPr/>
        </p:nvGrpSpPr>
        <p:grpSpPr>
          <a:xfrm>
            <a:off x="3166069" y="1475149"/>
            <a:ext cx="2329598" cy="2491094"/>
            <a:chOff x="3669150" y="1828675"/>
            <a:chExt cx="1805712" cy="2084909"/>
          </a:xfrm>
        </p:grpSpPr>
        <p:sp>
          <p:nvSpPr>
            <p:cNvPr id="320" name="Google Shape;1253;p22">
              <a:extLst>
                <a:ext uri="{FF2B5EF4-FFF2-40B4-BE49-F238E27FC236}">
                  <a16:creationId xmlns:a16="http://schemas.microsoft.com/office/drawing/2014/main" id="{FB584C0D-C5F4-E023-82A8-6F38EB19BD42}"/>
                </a:ext>
              </a:extLst>
            </p:cNvPr>
            <p:cNvSpPr/>
            <p:nvPr/>
          </p:nvSpPr>
          <p:spPr>
            <a:xfrm>
              <a:off x="5038625" y="3014705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1254;p22">
              <a:extLst>
                <a:ext uri="{FF2B5EF4-FFF2-40B4-BE49-F238E27FC236}">
                  <a16:creationId xmlns:a16="http://schemas.microsoft.com/office/drawing/2014/main" id="{5CE46D33-02EC-71B8-E249-B21EDA86CDA3}"/>
                </a:ext>
              </a:extLst>
            </p:cNvPr>
            <p:cNvSpPr/>
            <p:nvPr/>
          </p:nvSpPr>
          <p:spPr>
            <a:xfrm>
              <a:off x="5038625" y="3140436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1255;p22">
              <a:extLst>
                <a:ext uri="{FF2B5EF4-FFF2-40B4-BE49-F238E27FC236}">
                  <a16:creationId xmlns:a16="http://schemas.microsoft.com/office/drawing/2014/main" id="{63B0A1D8-5383-BF3B-40C5-6805B52F34EE}"/>
                </a:ext>
              </a:extLst>
            </p:cNvPr>
            <p:cNvSpPr/>
            <p:nvPr/>
          </p:nvSpPr>
          <p:spPr>
            <a:xfrm>
              <a:off x="5256944" y="3140436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1256;p22">
              <a:extLst>
                <a:ext uri="{FF2B5EF4-FFF2-40B4-BE49-F238E27FC236}">
                  <a16:creationId xmlns:a16="http://schemas.microsoft.com/office/drawing/2014/main" id="{B5DEECB3-23D2-24C3-09E1-A6000FCFF93B}"/>
                </a:ext>
              </a:extLst>
            </p:cNvPr>
            <p:cNvSpPr/>
            <p:nvPr/>
          </p:nvSpPr>
          <p:spPr>
            <a:xfrm>
              <a:off x="5038625" y="2619211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1257;p22">
              <a:extLst>
                <a:ext uri="{FF2B5EF4-FFF2-40B4-BE49-F238E27FC236}">
                  <a16:creationId xmlns:a16="http://schemas.microsoft.com/office/drawing/2014/main" id="{59BD02DF-51FD-66A1-81E2-E2A888D80FDC}"/>
                </a:ext>
              </a:extLst>
            </p:cNvPr>
            <p:cNvSpPr/>
            <p:nvPr/>
          </p:nvSpPr>
          <p:spPr>
            <a:xfrm>
              <a:off x="5038625" y="2744943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1258;p22">
              <a:extLst>
                <a:ext uri="{FF2B5EF4-FFF2-40B4-BE49-F238E27FC236}">
                  <a16:creationId xmlns:a16="http://schemas.microsoft.com/office/drawing/2014/main" id="{12FC655F-CBF7-FAFD-D22D-6F9A60DC8D1C}"/>
                </a:ext>
              </a:extLst>
            </p:cNvPr>
            <p:cNvSpPr/>
            <p:nvPr/>
          </p:nvSpPr>
          <p:spPr>
            <a:xfrm>
              <a:off x="5256944" y="2744943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1259;p22">
              <a:extLst>
                <a:ext uri="{FF2B5EF4-FFF2-40B4-BE49-F238E27FC236}">
                  <a16:creationId xmlns:a16="http://schemas.microsoft.com/office/drawing/2014/main" id="{898848C5-1F38-BE12-B5EC-2F77D9030A8E}"/>
                </a:ext>
              </a:extLst>
            </p:cNvPr>
            <p:cNvSpPr/>
            <p:nvPr/>
          </p:nvSpPr>
          <p:spPr>
            <a:xfrm>
              <a:off x="4696378" y="3212020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0" y="6704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1260;p22">
              <a:extLst>
                <a:ext uri="{FF2B5EF4-FFF2-40B4-BE49-F238E27FC236}">
                  <a16:creationId xmlns:a16="http://schemas.microsoft.com/office/drawing/2014/main" id="{1FEF7358-6780-C9DC-A0F2-543BE1808C5D}"/>
                </a:ext>
              </a:extLst>
            </p:cNvPr>
            <p:cNvSpPr/>
            <p:nvPr/>
          </p:nvSpPr>
          <p:spPr>
            <a:xfrm>
              <a:off x="4696378" y="3338165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7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1261;p22">
              <a:extLst>
                <a:ext uri="{FF2B5EF4-FFF2-40B4-BE49-F238E27FC236}">
                  <a16:creationId xmlns:a16="http://schemas.microsoft.com/office/drawing/2014/main" id="{92F2DBEB-5957-CAA9-FD70-C57E9C93C325}"/>
                </a:ext>
              </a:extLst>
            </p:cNvPr>
            <p:cNvSpPr/>
            <p:nvPr/>
          </p:nvSpPr>
          <p:spPr>
            <a:xfrm>
              <a:off x="4914697" y="3338165"/>
              <a:ext cx="217912" cy="377654"/>
            </a:xfrm>
            <a:custGeom>
              <a:avLst/>
              <a:gdLst/>
              <a:ahLst/>
              <a:cxnLst/>
              <a:rect l="l" t="t" r="r" b="b"/>
              <a:pathLst>
                <a:path w="5799" h="10050" extrusionOk="0">
                  <a:moveTo>
                    <a:pt x="5799" y="1"/>
                  </a:moveTo>
                  <a:lnTo>
                    <a:pt x="0" y="3347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1262;p22">
              <a:extLst>
                <a:ext uri="{FF2B5EF4-FFF2-40B4-BE49-F238E27FC236}">
                  <a16:creationId xmlns:a16="http://schemas.microsoft.com/office/drawing/2014/main" id="{832A080E-2A1C-1DBB-FECB-315796F688FC}"/>
                </a:ext>
              </a:extLst>
            </p:cNvPr>
            <p:cNvSpPr/>
            <p:nvPr/>
          </p:nvSpPr>
          <p:spPr>
            <a:xfrm>
              <a:off x="4696378" y="2816977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0" y="6703"/>
                  </a:moveTo>
                  <a:lnTo>
                    <a:pt x="0" y="3346"/>
                  </a:lnTo>
                  <a:lnTo>
                    <a:pt x="5798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1263;p22">
              <a:extLst>
                <a:ext uri="{FF2B5EF4-FFF2-40B4-BE49-F238E27FC236}">
                  <a16:creationId xmlns:a16="http://schemas.microsoft.com/office/drawing/2014/main" id="{257AB0E0-3BA0-8300-1FB3-8806A2D16D72}"/>
                </a:ext>
              </a:extLst>
            </p:cNvPr>
            <p:cNvSpPr/>
            <p:nvPr/>
          </p:nvSpPr>
          <p:spPr>
            <a:xfrm>
              <a:off x="4696378" y="2942671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0" y="1"/>
                  </a:moveTo>
                  <a:lnTo>
                    <a:pt x="0" y="6704"/>
                  </a:lnTo>
                  <a:lnTo>
                    <a:pt x="5810" y="10062"/>
                  </a:lnTo>
                  <a:lnTo>
                    <a:pt x="5810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1264;p22">
              <a:extLst>
                <a:ext uri="{FF2B5EF4-FFF2-40B4-BE49-F238E27FC236}">
                  <a16:creationId xmlns:a16="http://schemas.microsoft.com/office/drawing/2014/main" id="{3A35DC0E-2E08-96FC-D5C6-9AF8BE3252F3}"/>
                </a:ext>
              </a:extLst>
            </p:cNvPr>
            <p:cNvSpPr/>
            <p:nvPr/>
          </p:nvSpPr>
          <p:spPr>
            <a:xfrm>
              <a:off x="4914697" y="2942671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5799" y="1"/>
                  </a:moveTo>
                  <a:lnTo>
                    <a:pt x="0" y="3358"/>
                  </a:lnTo>
                  <a:lnTo>
                    <a:pt x="0" y="10062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1265;p22">
              <a:extLst>
                <a:ext uri="{FF2B5EF4-FFF2-40B4-BE49-F238E27FC236}">
                  <a16:creationId xmlns:a16="http://schemas.microsoft.com/office/drawing/2014/main" id="{03371A74-48A2-7A4D-A7C9-D894A103630A}"/>
                </a:ext>
              </a:extLst>
            </p:cNvPr>
            <p:cNvSpPr/>
            <p:nvPr/>
          </p:nvSpPr>
          <p:spPr>
            <a:xfrm>
              <a:off x="4354094" y="1828675"/>
              <a:ext cx="436275" cy="251920"/>
            </a:xfrm>
            <a:custGeom>
              <a:avLst/>
              <a:gdLst/>
              <a:ahLst/>
              <a:cxnLst/>
              <a:rect l="l" t="t" r="r" b="b"/>
              <a:pathLst>
                <a:path w="11610" h="6704" extrusionOk="0">
                  <a:moveTo>
                    <a:pt x="5799" y="6704"/>
                  </a:moveTo>
                  <a:lnTo>
                    <a:pt x="1" y="3346"/>
                  </a:lnTo>
                  <a:lnTo>
                    <a:pt x="5799" y="0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1266;p22">
              <a:extLst>
                <a:ext uri="{FF2B5EF4-FFF2-40B4-BE49-F238E27FC236}">
                  <a16:creationId xmlns:a16="http://schemas.microsoft.com/office/drawing/2014/main" id="{5F467115-EEDE-7957-8EF7-2C1EBFB1D670}"/>
                </a:ext>
              </a:extLst>
            </p:cNvPr>
            <p:cNvSpPr/>
            <p:nvPr/>
          </p:nvSpPr>
          <p:spPr>
            <a:xfrm>
              <a:off x="4354094" y="1954406"/>
              <a:ext cx="217950" cy="378067"/>
            </a:xfrm>
            <a:custGeom>
              <a:avLst/>
              <a:gdLst/>
              <a:ahLst/>
              <a:cxnLst/>
              <a:rect l="l" t="t" r="r" b="b"/>
              <a:pathLst>
                <a:path w="5800" h="10061" extrusionOk="0">
                  <a:moveTo>
                    <a:pt x="1" y="0"/>
                  </a:moveTo>
                  <a:lnTo>
                    <a:pt x="1" y="6703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1267;p22">
              <a:extLst>
                <a:ext uri="{FF2B5EF4-FFF2-40B4-BE49-F238E27FC236}">
                  <a16:creationId xmlns:a16="http://schemas.microsoft.com/office/drawing/2014/main" id="{EF73A455-9EA8-B406-4A79-9F1809F788F8}"/>
                </a:ext>
              </a:extLst>
            </p:cNvPr>
            <p:cNvSpPr/>
            <p:nvPr/>
          </p:nvSpPr>
          <p:spPr>
            <a:xfrm>
              <a:off x="4572000" y="1954406"/>
              <a:ext cx="218363" cy="378067"/>
            </a:xfrm>
            <a:custGeom>
              <a:avLst/>
              <a:gdLst/>
              <a:ahLst/>
              <a:cxnLst/>
              <a:rect l="l" t="t" r="r" b="b"/>
              <a:pathLst>
                <a:path w="5811" h="10061" extrusionOk="0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1268;p22">
              <a:extLst>
                <a:ext uri="{FF2B5EF4-FFF2-40B4-BE49-F238E27FC236}">
                  <a16:creationId xmlns:a16="http://schemas.microsoft.com/office/drawing/2014/main" id="{8DC0321F-9A59-4A5F-74A0-CE21F7237D0B}"/>
                </a:ext>
              </a:extLst>
            </p:cNvPr>
            <p:cNvSpPr/>
            <p:nvPr/>
          </p:nvSpPr>
          <p:spPr>
            <a:xfrm>
              <a:off x="4696378" y="2026403"/>
              <a:ext cx="436237" cy="251957"/>
            </a:xfrm>
            <a:custGeom>
              <a:avLst/>
              <a:gdLst/>
              <a:ahLst/>
              <a:cxnLst/>
              <a:rect l="l" t="t" r="r" b="b"/>
              <a:pathLst>
                <a:path w="11609" h="6705" extrusionOk="0">
                  <a:moveTo>
                    <a:pt x="5798" y="6704"/>
                  </a:moveTo>
                  <a:lnTo>
                    <a:pt x="0" y="3347"/>
                  </a:lnTo>
                  <a:lnTo>
                    <a:pt x="5798" y="1"/>
                  </a:lnTo>
                  <a:lnTo>
                    <a:pt x="11609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1269;p22">
              <a:extLst>
                <a:ext uri="{FF2B5EF4-FFF2-40B4-BE49-F238E27FC236}">
                  <a16:creationId xmlns:a16="http://schemas.microsoft.com/office/drawing/2014/main" id="{A2A5842E-A63C-7A76-84C6-8DDEB34323EE}"/>
                </a:ext>
              </a:extLst>
            </p:cNvPr>
            <p:cNvSpPr/>
            <p:nvPr/>
          </p:nvSpPr>
          <p:spPr>
            <a:xfrm>
              <a:off x="4696378" y="2152134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0" y="1"/>
                  </a:moveTo>
                  <a:lnTo>
                    <a:pt x="0" y="6704"/>
                  </a:lnTo>
                  <a:lnTo>
                    <a:pt x="5798" y="10061"/>
                  </a:lnTo>
                  <a:lnTo>
                    <a:pt x="5798" y="335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1270;p22">
              <a:extLst>
                <a:ext uri="{FF2B5EF4-FFF2-40B4-BE49-F238E27FC236}">
                  <a16:creationId xmlns:a16="http://schemas.microsoft.com/office/drawing/2014/main" id="{E3BDDD86-3477-9EC5-12B5-129103ADB7EC}"/>
                </a:ext>
              </a:extLst>
            </p:cNvPr>
            <p:cNvSpPr/>
            <p:nvPr/>
          </p:nvSpPr>
          <p:spPr>
            <a:xfrm>
              <a:off x="4914247" y="2152134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5811" y="1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1271;p22">
              <a:extLst>
                <a:ext uri="{FF2B5EF4-FFF2-40B4-BE49-F238E27FC236}">
                  <a16:creationId xmlns:a16="http://schemas.microsoft.com/office/drawing/2014/main" id="{74E366AC-4B79-3320-891E-B508AA84C634}"/>
                </a:ext>
              </a:extLst>
            </p:cNvPr>
            <p:cNvSpPr/>
            <p:nvPr/>
          </p:nvSpPr>
          <p:spPr>
            <a:xfrm>
              <a:off x="5038625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1272;p22">
              <a:extLst>
                <a:ext uri="{FF2B5EF4-FFF2-40B4-BE49-F238E27FC236}">
                  <a16:creationId xmlns:a16="http://schemas.microsoft.com/office/drawing/2014/main" id="{CE196E6C-AD15-B4E3-E542-ABAE7EB78AA0}"/>
                </a:ext>
              </a:extLst>
            </p:cNvPr>
            <p:cNvSpPr/>
            <p:nvPr/>
          </p:nvSpPr>
          <p:spPr>
            <a:xfrm>
              <a:off x="5038625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1273;p22">
              <a:extLst>
                <a:ext uri="{FF2B5EF4-FFF2-40B4-BE49-F238E27FC236}">
                  <a16:creationId xmlns:a16="http://schemas.microsoft.com/office/drawing/2014/main" id="{0ABF5AD5-8009-82F9-1043-6FF5A06E40A0}"/>
                </a:ext>
              </a:extLst>
            </p:cNvPr>
            <p:cNvSpPr/>
            <p:nvPr/>
          </p:nvSpPr>
          <p:spPr>
            <a:xfrm>
              <a:off x="5256944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1274;p22">
              <a:extLst>
                <a:ext uri="{FF2B5EF4-FFF2-40B4-BE49-F238E27FC236}">
                  <a16:creationId xmlns:a16="http://schemas.microsoft.com/office/drawing/2014/main" id="{402C4C59-4B98-4F2C-14CC-95707B0D33B7}"/>
                </a:ext>
              </a:extLst>
            </p:cNvPr>
            <p:cNvSpPr/>
            <p:nvPr/>
          </p:nvSpPr>
          <p:spPr>
            <a:xfrm>
              <a:off x="4011397" y="2026403"/>
              <a:ext cx="436726" cy="251957"/>
            </a:xfrm>
            <a:custGeom>
              <a:avLst/>
              <a:gdLst/>
              <a:ahLst/>
              <a:cxnLst/>
              <a:rect l="l" t="t" r="r" b="b"/>
              <a:pathLst>
                <a:path w="11622" h="6705" extrusionOk="0">
                  <a:moveTo>
                    <a:pt x="5811" y="6704"/>
                  </a:moveTo>
                  <a:lnTo>
                    <a:pt x="1" y="3347"/>
                  </a:lnTo>
                  <a:lnTo>
                    <a:pt x="5811" y="1"/>
                  </a:lnTo>
                  <a:lnTo>
                    <a:pt x="11621" y="334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1275;p22">
              <a:extLst>
                <a:ext uri="{FF2B5EF4-FFF2-40B4-BE49-F238E27FC236}">
                  <a16:creationId xmlns:a16="http://schemas.microsoft.com/office/drawing/2014/main" id="{FCC5897D-BA74-CB9E-6F28-BED30892D8C2}"/>
                </a:ext>
              </a:extLst>
            </p:cNvPr>
            <p:cNvSpPr/>
            <p:nvPr/>
          </p:nvSpPr>
          <p:spPr>
            <a:xfrm>
              <a:off x="4011397" y="2152134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1" y="1"/>
                  </a:moveTo>
                  <a:lnTo>
                    <a:pt x="1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1276;p22">
              <a:extLst>
                <a:ext uri="{FF2B5EF4-FFF2-40B4-BE49-F238E27FC236}">
                  <a16:creationId xmlns:a16="http://schemas.microsoft.com/office/drawing/2014/main" id="{3F69EDB4-818D-3830-2CB2-175E2AA8A26B}"/>
                </a:ext>
              </a:extLst>
            </p:cNvPr>
            <p:cNvSpPr/>
            <p:nvPr/>
          </p:nvSpPr>
          <p:spPr>
            <a:xfrm>
              <a:off x="4229716" y="2152134"/>
              <a:ext cx="218400" cy="378105"/>
            </a:xfrm>
            <a:custGeom>
              <a:avLst/>
              <a:gdLst/>
              <a:ahLst/>
              <a:cxnLst/>
              <a:rect l="l" t="t" r="r" b="b"/>
              <a:pathLst>
                <a:path w="5812" h="10062" extrusionOk="0">
                  <a:moveTo>
                    <a:pt x="5811" y="1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1277;p22">
              <a:extLst>
                <a:ext uri="{FF2B5EF4-FFF2-40B4-BE49-F238E27FC236}">
                  <a16:creationId xmlns:a16="http://schemas.microsoft.com/office/drawing/2014/main" id="{D3569CCB-E27D-C057-2A56-7B7C73699778}"/>
                </a:ext>
              </a:extLst>
            </p:cNvPr>
            <p:cNvSpPr/>
            <p:nvPr/>
          </p:nvSpPr>
          <p:spPr>
            <a:xfrm>
              <a:off x="4354094" y="2223718"/>
              <a:ext cx="436275" cy="251920"/>
            </a:xfrm>
            <a:custGeom>
              <a:avLst/>
              <a:gdLst/>
              <a:ahLst/>
              <a:cxnLst/>
              <a:rect l="l" t="t" r="r" b="b"/>
              <a:pathLst>
                <a:path w="11610" h="6704" extrusionOk="0">
                  <a:moveTo>
                    <a:pt x="5799" y="6704"/>
                  </a:moveTo>
                  <a:lnTo>
                    <a:pt x="1" y="3358"/>
                  </a:lnTo>
                  <a:lnTo>
                    <a:pt x="5799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1278;p22">
              <a:extLst>
                <a:ext uri="{FF2B5EF4-FFF2-40B4-BE49-F238E27FC236}">
                  <a16:creationId xmlns:a16="http://schemas.microsoft.com/office/drawing/2014/main" id="{CFD01BA3-9208-5100-3ACD-9DBFF7D4DC3B}"/>
                </a:ext>
              </a:extLst>
            </p:cNvPr>
            <p:cNvSpPr/>
            <p:nvPr/>
          </p:nvSpPr>
          <p:spPr>
            <a:xfrm>
              <a:off x="4354094" y="2349900"/>
              <a:ext cx="217950" cy="377616"/>
            </a:xfrm>
            <a:custGeom>
              <a:avLst/>
              <a:gdLst/>
              <a:ahLst/>
              <a:cxnLst/>
              <a:rect l="l" t="t" r="r" b="b"/>
              <a:pathLst>
                <a:path w="5800" h="10049" extrusionOk="0">
                  <a:moveTo>
                    <a:pt x="1" y="0"/>
                  </a:moveTo>
                  <a:lnTo>
                    <a:pt x="1" y="6703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1279;p22">
              <a:extLst>
                <a:ext uri="{FF2B5EF4-FFF2-40B4-BE49-F238E27FC236}">
                  <a16:creationId xmlns:a16="http://schemas.microsoft.com/office/drawing/2014/main" id="{9FDD4CE7-89A5-3E1B-9848-528589DD93B1}"/>
                </a:ext>
              </a:extLst>
            </p:cNvPr>
            <p:cNvSpPr/>
            <p:nvPr/>
          </p:nvSpPr>
          <p:spPr>
            <a:xfrm>
              <a:off x="457200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5810" y="0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3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1280;p22">
              <a:extLst>
                <a:ext uri="{FF2B5EF4-FFF2-40B4-BE49-F238E27FC236}">
                  <a16:creationId xmlns:a16="http://schemas.microsoft.com/office/drawing/2014/main" id="{42448E58-A413-73BB-D9FC-92A2E320DA9D}"/>
                </a:ext>
              </a:extLst>
            </p:cNvPr>
            <p:cNvSpPr/>
            <p:nvPr/>
          </p:nvSpPr>
          <p:spPr>
            <a:xfrm>
              <a:off x="4696378" y="2421483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0" y="6703"/>
                  </a:moveTo>
                  <a:lnTo>
                    <a:pt x="0" y="3358"/>
                  </a:lnTo>
                  <a:lnTo>
                    <a:pt x="5798" y="0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1281;p22">
              <a:extLst>
                <a:ext uri="{FF2B5EF4-FFF2-40B4-BE49-F238E27FC236}">
                  <a16:creationId xmlns:a16="http://schemas.microsoft.com/office/drawing/2014/main" id="{0100C81E-B179-3676-93D9-6E8F0D38DB96}"/>
                </a:ext>
              </a:extLst>
            </p:cNvPr>
            <p:cNvSpPr/>
            <p:nvPr/>
          </p:nvSpPr>
          <p:spPr>
            <a:xfrm>
              <a:off x="4696378" y="2547628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0" y="1"/>
                  </a:moveTo>
                  <a:lnTo>
                    <a:pt x="0" y="6704"/>
                  </a:lnTo>
                  <a:lnTo>
                    <a:pt x="5810" y="10050"/>
                  </a:lnTo>
                  <a:lnTo>
                    <a:pt x="5810" y="3346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1282;p22">
              <a:extLst>
                <a:ext uri="{FF2B5EF4-FFF2-40B4-BE49-F238E27FC236}">
                  <a16:creationId xmlns:a16="http://schemas.microsoft.com/office/drawing/2014/main" id="{58A31F60-E338-2934-3152-3BE0D093F2BF}"/>
                </a:ext>
              </a:extLst>
            </p:cNvPr>
            <p:cNvSpPr/>
            <p:nvPr/>
          </p:nvSpPr>
          <p:spPr>
            <a:xfrm>
              <a:off x="4914697" y="2547628"/>
              <a:ext cx="217912" cy="377654"/>
            </a:xfrm>
            <a:custGeom>
              <a:avLst/>
              <a:gdLst/>
              <a:ahLst/>
              <a:cxnLst/>
              <a:rect l="l" t="t" r="r" b="b"/>
              <a:pathLst>
                <a:path w="5799" h="10050" extrusionOk="0">
                  <a:moveTo>
                    <a:pt x="5799" y="1"/>
                  </a:moveTo>
                  <a:lnTo>
                    <a:pt x="0" y="3346"/>
                  </a:lnTo>
                  <a:lnTo>
                    <a:pt x="0" y="10050"/>
                  </a:lnTo>
                  <a:lnTo>
                    <a:pt x="5799" y="6704"/>
                  </a:lnTo>
                  <a:lnTo>
                    <a:pt x="579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1283;p22">
              <a:extLst>
                <a:ext uri="{FF2B5EF4-FFF2-40B4-BE49-F238E27FC236}">
                  <a16:creationId xmlns:a16="http://schemas.microsoft.com/office/drawing/2014/main" id="{E91B1233-8314-AC02-5070-879D545000DF}"/>
                </a:ext>
              </a:extLst>
            </p:cNvPr>
            <p:cNvSpPr/>
            <p:nvPr/>
          </p:nvSpPr>
          <p:spPr>
            <a:xfrm>
              <a:off x="3669150" y="3014705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1284;p22">
              <a:extLst>
                <a:ext uri="{FF2B5EF4-FFF2-40B4-BE49-F238E27FC236}">
                  <a16:creationId xmlns:a16="http://schemas.microsoft.com/office/drawing/2014/main" id="{BC9F07B4-C52E-6732-1AC9-284EA5DAECB8}"/>
                </a:ext>
              </a:extLst>
            </p:cNvPr>
            <p:cNvSpPr/>
            <p:nvPr/>
          </p:nvSpPr>
          <p:spPr>
            <a:xfrm>
              <a:off x="3669150" y="3140436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0" y="0"/>
                  </a:moveTo>
                  <a:lnTo>
                    <a:pt x="0" y="6704"/>
                  </a:lnTo>
                  <a:lnTo>
                    <a:pt x="5811" y="10049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1285;p22">
              <a:extLst>
                <a:ext uri="{FF2B5EF4-FFF2-40B4-BE49-F238E27FC236}">
                  <a16:creationId xmlns:a16="http://schemas.microsoft.com/office/drawing/2014/main" id="{8AE0B613-BB7F-6196-68DB-A5B3CE507C51}"/>
                </a:ext>
              </a:extLst>
            </p:cNvPr>
            <p:cNvSpPr/>
            <p:nvPr/>
          </p:nvSpPr>
          <p:spPr>
            <a:xfrm>
              <a:off x="3887469" y="3140436"/>
              <a:ext cx="217912" cy="377654"/>
            </a:xfrm>
            <a:custGeom>
              <a:avLst/>
              <a:gdLst/>
              <a:ahLst/>
              <a:cxnLst/>
              <a:rect l="l" t="t" r="r" b="b"/>
              <a:pathLst>
                <a:path w="5799" h="10050" extrusionOk="0">
                  <a:moveTo>
                    <a:pt x="5799" y="0"/>
                  </a:moveTo>
                  <a:lnTo>
                    <a:pt x="1" y="3358"/>
                  </a:lnTo>
                  <a:lnTo>
                    <a:pt x="1" y="10049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" name="Google Shape;1286;p22">
              <a:extLst>
                <a:ext uri="{FF2B5EF4-FFF2-40B4-BE49-F238E27FC236}">
                  <a16:creationId xmlns:a16="http://schemas.microsoft.com/office/drawing/2014/main" id="{3EBFB505-8B61-27C7-9075-29EF44189075}"/>
                </a:ext>
              </a:extLst>
            </p:cNvPr>
            <p:cNvSpPr/>
            <p:nvPr/>
          </p:nvSpPr>
          <p:spPr>
            <a:xfrm>
              <a:off x="4011397" y="3212020"/>
              <a:ext cx="436726" cy="251920"/>
            </a:xfrm>
            <a:custGeom>
              <a:avLst/>
              <a:gdLst/>
              <a:ahLst/>
              <a:cxnLst/>
              <a:rect l="l" t="t" r="r" b="b"/>
              <a:pathLst>
                <a:path w="11622" h="6704" extrusionOk="0">
                  <a:moveTo>
                    <a:pt x="5811" y="6704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1287;p22">
              <a:extLst>
                <a:ext uri="{FF2B5EF4-FFF2-40B4-BE49-F238E27FC236}">
                  <a16:creationId xmlns:a16="http://schemas.microsoft.com/office/drawing/2014/main" id="{BDB15632-23AD-0B52-A76A-3483294EC37E}"/>
                </a:ext>
              </a:extLst>
            </p:cNvPr>
            <p:cNvSpPr/>
            <p:nvPr/>
          </p:nvSpPr>
          <p:spPr>
            <a:xfrm>
              <a:off x="4011397" y="3338165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7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1288;p22">
              <a:extLst>
                <a:ext uri="{FF2B5EF4-FFF2-40B4-BE49-F238E27FC236}">
                  <a16:creationId xmlns:a16="http://schemas.microsoft.com/office/drawing/2014/main" id="{599DE0C6-DA67-7644-DB56-801B9414B905}"/>
                </a:ext>
              </a:extLst>
            </p:cNvPr>
            <p:cNvSpPr/>
            <p:nvPr/>
          </p:nvSpPr>
          <p:spPr>
            <a:xfrm>
              <a:off x="4229716" y="3338165"/>
              <a:ext cx="218400" cy="377654"/>
            </a:xfrm>
            <a:custGeom>
              <a:avLst/>
              <a:gdLst/>
              <a:ahLst/>
              <a:cxnLst/>
              <a:rect l="l" t="t" r="r" b="b"/>
              <a:pathLst>
                <a:path w="5812" h="10050" extrusionOk="0">
                  <a:moveTo>
                    <a:pt x="5811" y="1"/>
                  </a:moveTo>
                  <a:lnTo>
                    <a:pt x="1" y="3347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1289;p22">
              <a:extLst>
                <a:ext uri="{FF2B5EF4-FFF2-40B4-BE49-F238E27FC236}">
                  <a16:creationId xmlns:a16="http://schemas.microsoft.com/office/drawing/2014/main" id="{97C9821C-C08F-734A-E59C-E469233ACB68}"/>
                </a:ext>
              </a:extLst>
            </p:cNvPr>
            <p:cNvSpPr/>
            <p:nvPr/>
          </p:nvSpPr>
          <p:spPr>
            <a:xfrm>
              <a:off x="4354094" y="3409748"/>
              <a:ext cx="436275" cy="251957"/>
            </a:xfrm>
            <a:custGeom>
              <a:avLst/>
              <a:gdLst/>
              <a:ahLst/>
              <a:cxnLst/>
              <a:rect l="l" t="t" r="r" b="b"/>
              <a:pathLst>
                <a:path w="11610" h="6705" extrusionOk="0">
                  <a:moveTo>
                    <a:pt x="5799" y="6704"/>
                  </a:moveTo>
                  <a:lnTo>
                    <a:pt x="1" y="3359"/>
                  </a:lnTo>
                  <a:lnTo>
                    <a:pt x="5799" y="1"/>
                  </a:lnTo>
                  <a:lnTo>
                    <a:pt x="11609" y="335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1290;p22">
              <a:extLst>
                <a:ext uri="{FF2B5EF4-FFF2-40B4-BE49-F238E27FC236}">
                  <a16:creationId xmlns:a16="http://schemas.microsoft.com/office/drawing/2014/main" id="{5919C4D1-9D83-E561-D986-78326B5C6168}"/>
                </a:ext>
              </a:extLst>
            </p:cNvPr>
            <p:cNvSpPr/>
            <p:nvPr/>
          </p:nvSpPr>
          <p:spPr>
            <a:xfrm>
              <a:off x="4354094" y="3535930"/>
              <a:ext cx="217950" cy="377654"/>
            </a:xfrm>
            <a:custGeom>
              <a:avLst/>
              <a:gdLst/>
              <a:ahLst/>
              <a:cxnLst/>
              <a:rect l="l" t="t" r="r" b="b"/>
              <a:pathLst>
                <a:path w="5800" h="10050" extrusionOk="0">
                  <a:moveTo>
                    <a:pt x="1" y="1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1291;p22">
              <a:extLst>
                <a:ext uri="{FF2B5EF4-FFF2-40B4-BE49-F238E27FC236}">
                  <a16:creationId xmlns:a16="http://schemas.microsoft.com/office/drawing/2014/main" id="{95F39BBC-4E45-BF60-436B-AD1C93FDFAEE}"/>
                </a:ext>
              </a:extLst>
            </p:cNvPr>
            <p:cNvSpPr/>
            <p:nvPr/>
          </p:nvSpPr>
          <p:spPr>
            <a:xfrm>
              <a:off x="4572000" y="3535930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5810" y="1"/>
                  </a:moveTo>
                  <a:lnTo>
                    <a:pt x="0" y="3346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1292;p22">
              <a:extLst>
                <a:ext uri="{FF2B5EF4-FFF2-40B4-BE49-F238E27FC236}">
                  <a16:creationId xmlns:a16="http://schemas.microsoft.com/office/drawing/2014/main" id="{1ECC285B-CE2E-FE59-9A1D-30DAA3AAE824}"/>
                </a:ext>
              </a:extLst>
            </p:cNvPr>
            <p:cNvSpPr/>
            <p:nvPr/>
          </p:nvSpPr>
          <p:spPr>
            <a:xfrm>
              <a:off x="3669150" y="2619211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46"/>
                  </a:lnTo>
                  <a:lnTo>
                    <a:pt x="5811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1293;p22">
              <a:extLst>
                <a:ext uri="{FF2B5EF4-FFF2-40B4-BE49-F238E27FC236}">
                  <a16:creationId xmlns:a16="http://schemas.microsoft.com/office/drawing/2014/main" id="{2DBD0721-4DEA-3A9B-CC9C-D19ADF18C04A}"/>
                </a:ext>
              </a:extLst>
            </p:cNvPr>
            <p:cNvSpPr/>
            <p:nvPr/>
          </p:nvSpPr>
          <p:spPr>
            <a:xfrm>
              <a:off x="3669150" y="2744943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0" y="0"/>
                  </a:moveTo>
                  <a:lnTo>
                    <a:pt x="0" y="6704"/>
                  </a:lnTo>
                  <a:lnTo>
                    <a:pt x="5811" y="10061"/>
                  </a:lnTo>
                  <a:lnTo>
                    <a:pt x="5811" y="33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1294;p22">
              <a:extLst>
                <a:ext uri="{FF2B5EF4-FFF2-40B4-BE49-F238E27FC236}">
                  <a16:creationId xmlns:a16="http://schemas.microsoft.com/office/drawing/2014/main" id="{EFF779AA-D281-0D7D-EA29-5D9D382EFB6C}"/>
                </a:ext>
              </a:extLst>
            </p:cNvPr>
            <p:cNvSpPr/>
            <p:nvPr/>
          </p:nvSpPr>
          <p:spPr>
            <a:xfrm>
              <a:off x="3887469" y="2744943"/>
              <a:ext cx="217912" cy="378105"/>
            </a:xfrm>
            <a:custGeom>
              <a:avLst/>
              <a:gdLst/>
              <a:ahLst/>
              <a:cxnLst/>
              <a:rect l="l" t="t" r="r" b="b"/>
              <a:pathLst>
                <a:path w="5799" h="10062" extrusionOk="0">
                  <a:moveTo>
                    <a:pt x="5799" y="0"/>
                  </a:moveTo>
                  <a:lnTo>
                    <a:pt x="1" y="3358"/>
                  </a:lnTo>
                  <a:lnTo>
                    <a:pt x="1" y="10061"/>
                  </a:lnTo>
                  <a:lnTo>
                    <a:pt x="5799" y="6704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1295;p22">
              <a:extLst>
                <a:ext uri="{FF2B5EF4-FFF2-40B4-BE49-F238E27FC236}">
                  <a16:creationId xmlns:a16="http://schemas.microsoft.com/office/drawing/2014/main" id="{6A38CC47-CFBC-0FBC-F4DC-FA918D37C977}"/>
                </a:ext>
              </a:extLst>
            </p:cNvPr>
            <p:cNvSpPr/>
            <p:nvPr/>
          </p:nvSpPr>
          <p:spPr>
            <a:xfrm>
              <a:off x="4011397" y="2816977"/>
              <a:ext cx="436726" cy="251920"/>
            </a:xfrm>
            <a:custGeom>
              <a:avLst/>
              <a:gdLst/>
              <a:ahLst/>
              <a:cxnLst/>
              <a:rect l="l" t="t" r="r" b="b"/>
              <a:pathLst>
                <a:path w="11622" h="6704" extrusionOk="0">
                  <a:moveTo>
                    <a:pt x="5811" y="6703"/>
                  </a:moveTo>
                  <a:lnTo>
                    <a:pt x="1" y="3346"/>
                  </a:lnTo>
                  <a:lnTo>
                    <a:pt x="5811" y="0"/>
                  </a:lnTo>
                  <a:lnTo>
                    <a:pt x="11621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1296;p22">
              <a:extLst>
                <a:ext uri="{FF2B5EF4-FFF2-40B4-BE49-F238E27FC236}">
                  <a16:creationId xmlns:a16="http://schemas.microsoft.com/office/drawing/2014/main" id="{69391E74-B835-8311-9BE3-DA0DF397837E}"/>
                </a:ext>
              </a:extLst>
            </p:cNvPr>
            <p:cNvSpPr/>
            <p:nvPr/>
          </p:nvSpPr>
          <p:spPr>
            <a:xfrm>
              <a:off x="4011397" y="2942671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1" y="1"/>
                  </a:moveTo>
                  <a:lnTo>
                    <a:pt x="1" y="6704"/>
                  </a:lnTo>
                  <a:lnTo>
                    <a:pt x="5811" y="10062"/>
                  </a:lnTo>
                  <a:lnTo>
                    <a:pt x="5811" y="335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1297;p22">
              <a:extLst>
                <a:ext uri="{FF2B5EF4-FFF2-40B4-BE49-F238E27FC236}">
                  <a16:creationId xmlns:a16="http://schemas.microsoft.com/office/drawing/2014/main" id="{267869E8-32CC-6AA2-787B-7E0962BBB8F0}"/>
                </a:ext>
              </a:extLst>
            </p:cNvPr>
            <p:cNvSpPr/>
            <p:nvPr/>
          </p:nvSpPr>
          <p:spPr>
            <a:xfrm>
              <a:off x="4229716" y="2942671"/>
              <a:ext cx="218400" cy="378105"/>
            </a:xfrm>
            <a:custGeom>
              <a:avLst/>
              <a:gdLst/>
              <a:ahLst/>
              <a:cxnLst/>
              <a:rect l="l" t="t" r="r" b="b"/>
              <a:pathLst>
                <a:path w="5812" h="10062" extrusionOk="0">
                  <a:moveTo>
                    <a:pt x="5811" y="1"/>
                  </a:moveTo>
                  <a:lnTo>
                    <a:pt x="1" y="3358"/>
                  </a:lnTo>
                  <a:lnTo>
                    <a:pt x="1" y="10062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1298;p22">
              <a:extLst>
                <a:ext uri="{FF2B5EF4-FFF2-40B4-BE49-F238E27FC236}">
                  <a16:creationId xmlns:a16="http://schemas.microsoft.com/office/drawing/2014/main" id="{EFA27A6A-46E6-19AC-1599-75AEE904F914}"/>
                </a:ext>
              </a:extLst>
            </p:cNvPr>
            <p:cNvSpPr/>
            <p:nvPr/>
          </p:nvSpPr>
          <p:spPr>
            <a:xfrm>
              <a:off x="4354094" y="3014705"/>
              <a:ext cx="436275" cy="251920"/>
            </a:xfrm>
            <a:custGeom>
              <a:avLst/>
              <a:gdLst/>
              <a:ahLst/>
              <a:cxnLst/>
              <a:rect l="l" t="t" r="r" b="b"/>
              <a:pathLst>
                <a:path w="11610" h="6704" extrusionOk="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1299;p22">
              <a:extLst>
                <a:ext uri="{FF2B5EF4-FFF2-40B4-BE49-F238E27FC236}">
                  <a16:creationId xmlns:a16="http://schemas.microsoft.com/office/drawing/2014/main" id="{6084123C-E363-0D0D-C5EA-AFF79A04AE8D}"/>
                </a:ext>
              </a:extLst>
            </p:cNvPr>
            <p:cNvSpPr/>
            <p:nvPr/>
          </p:nvSpPr>
          <p:spPr>
            <a:xfrm>
              <a:off x="4354094" y="3140436"/>
              <a:ext cx="217950" cy="377654"/>
            </a:xfrm>
            <a:custGeom>
              <a:avLst/>
              <a:gdLst/>
              <a:ahLst/>
              <a:cxnLst/>
              <a:rect l="l" t="t" r="r" b="b"/>
              <a:pathLst>
                <a:path w="5800" h="10050" extrusionOk="0">
                  <a:moveTo>
                    <a:pt x="1" y="0"/>
                  </a:moveTo>
                  <a:lnTo>
                    <a:pt x="1" y="6704"/>
                  </a:lnTo>
                  <a:lnTo>
                    <a:pt x="5799" y="10049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1300;p22">
              <a:extLst>
                <a:ext uri="{FF2B5EF4-FFF2-40B4-BE49-F238E27FC236}">
                  <a16:creationId xmlns:a16="http://schemas.microsoft.com/office/drawing/2014/main" id="{83BDC6AB-9686-C4FF-FEED-4E00716F3CED}"/>
                </a:ext>
              </a:extLst>
            </p:cNvPr>
            <p:cNvSpPr/>
            <p:nvPr/>
          </p:nvSpPr>
          <p:spPr>
            <a:xfrm>
              <a:off x="4572000" y="3140436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5810" y="0"/>
                  </a:moveTo>
                  <a:lnTo>
                    <a:pt x="0" y="3358"/>
                  </a:lnTo>
                  <a:lnTo>
                    <a:pt x="0" y="10049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1301;p22">
              <a:extLst>
                <a:ext uri="{FF2B5EF4-FFF2-40B4-BE49-F238E27FC236}">
                  <a16:creationId xmlns:a16="http://schemas.microsoft.com/office/drawing/2014/main" id="{6138E2DE-B980-1490-0AEA-4A74B79D60AB}"/>
                </a:ext>
              </a:extLst>
            </p:cNvPr>
            <p:cNvSpPr/>
            <p:nvPr/>
          </p:nvSpPr>
          <p:spPr>
            <a:xfrm>
              <a:off x="3669150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1302;p22">
              <a:extLst>
                <a:ext uri="{FF2B5EF4-FFF2-40B4-BE49-F238E27FC236}">
                  <a16:creationId xmlns:a16="http://schemas.microsoft.com/office/drawing/2014/main" id="{036F5F60-FA40-3161-10CD-022A0B231AAE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1303;p22">
              <a:extLst>
                <a:ext uri="{FF2B5EF4-FFF2-40B4-BE49-F238E27FC236}">
                  <a16:creationId xmlns:a16="http://schemas.microsoft.com/office/drawing/2014/main" id="{2E16772C-2792-757A-AC97-00A4139FED66}"/>
                </a:ext>
              </a:extLst>
            </p:cNvPr>
            <p:cNvSpPr/>
            <p:nvPr/>
          </p:nvSpPr>
          <p:spPr>
            <a:xfrm>
              <a:off x="3887469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1304;p22">
              <a:extLst>
                <a:ext uri="{FF2B5EF4-FFF2-40B4-BE49-F238E27FC236}">
                  <a16:creationId xmlns:a16="http://schemas.microsoft.com/office/drawing/2014/main" id="{0182E739-6EC5-5DCE-8E18-0F0F6C97CD56}"/>
                </a:ext>
              </a:extLst>
            </p:cNvPr>
            <p:cNvSpPr/>
            <p:nvPr/>
          </p:nvSpPr>
          <p:spPr>
            <a:xfrm>
              <a:off x="4011397" y="2421483"/>
              <a:ext cx="436726" cy="251920"/>
            </a:xfrm>
            <a:custGeom>
              <a:avLst/>
              <a:gdLst/>
              <a:ahLst/>
              <a:cxnLst/>
              <a:rect l="l" t="t" r="r" b="b"/>
              <a:pathLst>
                <a:path w="11622" h="6704" extrusionOk="0">
                  <a:moveTo>
                    <a:pt x="5811" y="6703"/>
                  </a:moveTo>
                  <a:lnTo>
                    <a:pt x="1" y="3358"/>
                  </a:lnTo>
                  <a:lnTo>
                    <a:pt x="5811" y="0"/>
                  </a:lnTo>
                  <a:lnTo>
                    <a:pt x="11621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1305;p22">
              <a:extLst>
                <a:ext uri="{FF2B5EF4-FFF2-40B4-BE49-F238E27FC236}">
                  <a16:creationId xmlns:a16="http://schemas.microsoft.com/office/drawing/2014/main" id="{3D222542-AF15-C95B-257B-524BB622C835}"/>
                </a:ext>
              </a:extLst>
            </p:cNvPr>
            <p:cNvSpPr/>
            <p:nvPr/>
          </p:nvSpPr>
          <p:spPr>
            <a:xfrm>
              <a:off x="4011397" y="2547628"/>
              <a:ext cx="218363" cy="377654"/>
            </a:xfrm>
            <a:custGeom>
              <a:avLst/>
              <a:gdLst/>
              <a:ahLst/>
              <a:cxnLst/>
              <a:rect l="l" t="t" r="r" b="b"/>
              <a:pathLst>
                <a:path w="5811" h="10050" extrusionOk="0">
                  <a:moveTo>
                    <a:pt x="1" y="1"/>
                  </a:moveTo>
                  <a:lnTo>
                    <a:pt x="1" y="6704"/>
                  </a:lnTo>
                  <a:lnTo>
                    <a:pt x="5811" y="10050"/>
                  </a:lnTo>
                  <a:lnTo>
                    <a:pt x="5811" y="3346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1306;p22">
              <a:extLst>
                <a:ext uri="{FF2B5EF4-FFF2-40B4-BE49-F238E27FC236}">
                  <a16:creationId xmlns:a16="http://schemas.microsoft.com/office/drawing/2014/main" id="{CC714BC1-F655-6F0F-35DB-8C703D9AA6AB}"/>
                </a:ext>
              </a:extLst>
            </p:cNvPr>
            <p:cNvSpPr/>
            <p:nvPr/>
          </p:nvSpPr>
          <p:spPr>
            <a:xfrm>
              <a:off x="4229716" y="2547628"/>
              <a:ext cx="218400" cy="377654"/>
            </a:xfrm>
            <a:custGeom>
              <a:avLst/>
              <a:gdLst/>
              <a:ahLst/>
              <a:cxnLst/>
              <a:rect l="l" t="t" r="r" b="b"/>
              <a:pathLst>
                <a:path w="5812" h="10050" extrusionOk="0">
                  <a:moveTo>
                    <a:pt x="5811" y="1"/>
                  </a:moveTo>
                  <a:lnTo>
                    <a:pt x="1" y="3346"/>
                  </a:lnTo>
                  <a:lnTo>
                    <a:pt x="1" y="10050"/>
                  </a:lnTo>
                  <a:lnTo>
                    <a:pt x="5811" y="6704"/>
                  </a:lnTo>
                  <a:lnTo>
                    <a:pt x="581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1307;p22">
              <a:extLst>
                <a:ext uri="{FF2B5EF4-FFF2-40B4-BE49-F238E27FC236}">
                  <a16:creationId xmlns:a16="http://schemas.microsoft.com/office/drawing/2014/main" id="{F1981A64-6440-BDE2-61DC-946EED58D159}"/>
                </a:ext>
              </a:extLst>
            </p:cNvPr>
            <p:cNvSpPr/>
            <p:nvPr/>
          </p:nvSpPr>
          <p:spPr>
            <a:xfrm>
              <a:off x="4354094" y="2619211"/>
              <a:ext cx="436275" cy="251920"/>
            </a:xfrm>
            <a:custGeom>
              <a:avLst/>
              <a:gdLst/>
              <a:ahLst/>
              <a:cxnLst/>
              <a:rect l="l" t="t" r="r" b="b"/>
              <a:pathLst>
                <a:path w="11610" h="6704" extrusionOk="0">
                  <a:moveTo>
                    <a:pt x="5799" y="6704"/>
                  </a:moveTo>
                  <a:lnTo>
                    <a:pt x="1" y="3346"/>
                  </a:lnTo>
                  <a:lnTo>
                    <a:pt x="5799" y="1"/>
                  </a:lnTo>
                  <a:lnTo>
                    <a:pt x="11609" y="334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1308;p22">
              <a:extLst>
                <a:ext uri="{FF2B5EF4-FFF2-40B4-BE49-F238E27FC236}">
                  <a16:creationId xmlns:a16="http://schemas.microsoft.com/office/drawing/2014/main" id="{9917A802-CAD8-318A-9B2F-035A36DD4D90}"/>
                </a:ext>
              </a:extLst>
            </p:cNvPr>
            <p:cNvSpPr/>
            <p:nvPr/>
          </p:nvSpPr>
          <p:spPr>
            <a:xfrm>
              <a:off x="4354094" y="2744943"/>
              <a:ext cx="217950" cy="378105"/>
            </a:xfrm>
            <a:custGeom>
              <a:avLst/>
              <a:gdLst/>
              <a:ahLst/>
              <a:cxnLst/>
              <a:rect l="l" t="t" r="r" b="b"/>
              <a:pathLst>
                <a:path w="5800" h="10062" extrusionOk="0">
                  <a:moveTo>
                    <a:pt x="1" y="0"/>
                  </a:moveTo>
                  <a:lnTo>
                    <a:pt x="1" y="6704"/>
                  </a:lnTo>
                  <a:lnTo>
                    <a:pt x="5799" y="10061"/>
                  </a:lnTo>
                  <a:lnTo>
                    <a:pt x="5799" y="335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1309;p22">
              <a:extLst>
                <a:ext uri="{FF2B5EF4-FFF2-40B4-BE49-F238E27FC236}">
                  <a16:creationId xmlns:a16="http://schemas.microsoft.com/office/drawing/2014/main" id="{4A686552-ED15-8FEE-E4E3-A6560FBB47E3}"/>
                </a:ext>
              </a:extLst>
            </p:cNvPr>
            <p:cNvSpPr/>
            <p:nvPr/>
          </p:nvSpPr>
          <p:spPr>
            <a:xfrm>
              <a:off x="4572000" y="2744943"/>
              <a:ext cx="218363" cy="378105"/>
            </a:xfrm>
            <a:custGeom>
              <a:avLst/>
              <a:gdLst/>
              <a:ahLst/>
              <a:cxnLst/>
              <a:rect l="l" t="t" r="r" b="b"/>
              <a:pathLst>
                <a:path w="5811" h="10062" extrusionOk="0">
                  <a:moveTo>
                    <a:pt x="5810" y="0"/>
                  </a:moveTo>
                  <a:lnTo>
                    <a:pt x="0" y="3358"/>
                  </a:lnTo>
                  <a:lnTo>
                    <a:pt x="0" y="10061"/>
                  </a:lnTo>
                  <a:lnTo>
                    <a:pt x="5810" y="6704"/>
                  </a:lnTo>
                  <a:lnTo>
                    <a:pt x="58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573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3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  <p:bldP spid="236" grpId="0" animBg="1"/>
      <p:bldP spid="256" grpId="0" animBg="1"/>
      <p:bldP spid="268" grpId="0" animBg="1"/>
      <p:bldP spid="269" grpId="0" animBg="1"/>
      <p:bldP spid="300" grpId="0" animBg="1"/>
      <p:bldP spid="30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133" y="93825"/>
            <a:ext cx="8966200" cy="4982635"/>
          </a:xfrm>
          <a:prstGeom prst="rect">
            <a:avLst/>
          </a:prstGeom>
        </p:spPr>
      </p:pic>
      <p:pic>
        <p:nvPicPr>
          <p:cNvPr id="10" name="Picture 9" descr="A blue hexagons and arrows&#10;&#10;Description automatically generated">
            <a:extLst>
              <a:ext uri="{FF2B5EF4-FFF2-40B4-BE49-F238E27FC236}">
                <a16:creationId xmlns:a16="http://schemas.microsoft.com/office/drawing/2014/main" id="{9A08F8D9-EDB4-FACB-13C4-290E2F8C793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5400000">
            <a:off x="-758172" y="942805"/>
            <a:ext cx="4982634" cy="32832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142;p20">
            <a:extLst>
              <a:ext uri="{FF2B5EF4-FFF2-40B4-BE49-F238E27FC236}">
                <a16:creationId xmlns:a16="http://schemas.microsoft.com/office/drawing/2014/main" id="{906AA5D3-0E19-C726-097D-C22649D9CE7E}"/>
              </a:ext>
            </a:extLst>
          </p:cNvPr>
          <p:cNvSpPr/>
          <p:nvPr/>
        </p:nvSpPr>
        <p:spPr>
          <a:xfrm>
            <a:off x="3431624" y="2254586"/>
            <a:ext cx="1815861" cy="5808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10;p20">
            <a:extLst>
              <a:ext uri="{FF2B5EF4-FFF2-40B4-BE49-F238E27FC236}">
                <a16:creationId xmlns:a16="http://schemas.microsoft.com/office/drawing/2014/main" id="{36452D17-9DE8-9629-A06E-1E655F00C57B}"/>
              </a:ext>
            </a:extLst>
          </p:cNvPr>
          <p:cNvSpPr/>
          <p:nvPr/>
        </p:nvSpPr>
        <p:spPr>
          <a:xfrm>
            <a:off x="3431624" y="2254586"/>
            <a:ext cx="1815861" cy="580802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44;p20">
            <a:extLst>
              <a:ext uri="{FF2B5EF4-FFF2-40B4-BE49-F238E27FC236}">
                <a16:creationId xmlns:a16="http://schemas.microsoft.com/office/drawing/2014/main" id="{A0217644-4D1D-2C22-532F-19CC6269DB78}"/>
              </a:ext>
            </a:extLst>
          </p:cNvPr>
          <p:cNvSpPr txBox="1"/>
          <p:nvPr/>
        </p:nvSpPr>
        <p:spPr>
          <a:xfrm>
            <a:off x="3596229" y="2429284"/>
            <a:ext cx="1486650" cy="225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ERC-20 Tokens</a:t>
            </a: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" name="Google Shape;3275;p37">
            <a:extLst>
              <a:ext uri="{FF2B5EF4-FFF2-40B4-BE49-F238E27FC236}">
                <a16:creationId xmlns:a16="http://schemas.microsoft.com/office/drawing/2014/main" id="{00E2E84A-75A1-2F02-8E67-9EBAAAE29B28}"/>
              </a:ext>
            </a:extLst>
          </p:cNvPr>
          <p:cNvSpPr/>
          <p:nvPr/>
        </p:nvSpPr>
        <p:spPr>
          <a:xfrm>
            <a:off x="5572399" y="260561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276;p37">
            <a:extLst>
              <a:ext uri="{FF2B5EF4-FFF2-40B4-BE49-F238E27FC236}">
                <a16:creationId xmlns:a16="http://schemas.microsoft.com/office/drawing/2014/main" id="{39CA82B1-661B-0CA6-582E-63C885EE19AC}"/>
              </a:ext>
            </a:extLst>
          </p:cNvPr>
          <p:cNvSpPr/>
          <p:nvPr/>
        </p:nvSpPr>
        <p:spPr>
          <a:xfrm>
            <a:off x="5553666" y="241948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292;p37">
            <a:extLst>
              <a:ext uri="{FF2B5EF4-FFF2-40B4-BE49-F238E27FC236}">
                <a16:creationId xmlns:a16="http://schemas.microsoft.com/office/drawing/2014/main" id="{37C28282-5AEC-1B1F-42EA-B0B26F25080E}"/>
              </a:ext>
            </a:extLst>
          </p:cNvPr>
          <p:cNvSpPr txBox="1"/>
          <p:nvPr/>
        </p:nvSpPr>
        <p:spPr>
          <a:xfrm>
            <a:off x="5477682" y="488516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USDT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" name="Google Shape;3275;p37">
            <a:extLst>
              <a:ext uri="{FF2B5EF4-FFF2-40B4-BE49-F238E27FC236}">
                <a16:creationId xmlns:a16="http://schemas.microsoft.com/office/drawing/2014/main" id="{A1BC710E-BA00-A1A3-6D3D-B9BC9944846F}"/>
              </a:ext>
            </a:extLst>
          </p:cNvPr>
          <p:cNvSpPr/>
          <p:nvPr/>
        </p:nvSpPr>
        <p:spPr>
          <a:xfrm>
            <a:off x="7244934" y="2101850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276;p37">
            <a:extLst>
              <a:ext uri="{FF2B5EF4-FFF2-40B4-BE49-F238E27FC236}">
                <a16:creationId xmlns:a16="http://schemas.microsoft.com/office/drawing/2014/main" id="{EBBEF1F5-FF5C-32BB-F310-AD748A27ACC8}"/>
              </a:ext>
            </a:extLst>
          </p:cNvPr>
          <p:cNvSpPr/>
          <p:nvPr/>
        </p:nvSpPr>
        <p:spPr>
          <a:xfrm>
            <a:off x="7226201" y="2083237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292;p37">
            <a:extLst>
              <a:ext uri="{FF2B5EF4-FFF2-40B4-BE49-F238E27FC236}">
                <a16:creationId xmlns:a16="http://schemas.microsoft.com/office/drawing/2014/main" id="{88A61BDB-34EE-F4D3-0E0E-E46D54745CBF}"/>
              </a:ext>
            </a:extLst>
          </p:cNvPr>
          <p:cNvSpPr txBox="1"/>
          <p:nvPr/>
        </p:nvSpPr>
        <p:spPr>
          <a:xfrm>
            <a:off x="7150217" y="2329805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USDC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" name="Google Shape;3275;p37">
            <a:extLst>
              <a:ext uri="{FF2B5EF4-FFF2-40B4-BE49-F238E27FC236}">
                <a16:creationId xmlns:a16="http://schemas.microsoft.com/office/drawing/2014/main" id="{F5D8D18C-718D-4192-1F71-5EA13A7D3BF1}"/>
              </a:ext>
            </a:extLst>
          </p:cNvPr>
          <p:cNvSpPr/>
          <p:nvPr/>
        </p:nvSpPr>
        <p:spPr>
          <a:xfrm>
            <a:off x="6376567" y="4051339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276;p37">
            <a:extLst>
              <a:ext uri="{FF2B5EF4-FFF2-40B4-BE49-F238E27FC236}">
                <a16:creationId xmlns:a16="http://schemas.microsoft.com/office/drawing/2014/main" id="{347FB9A4-AD0C-73CF-F801-CAAF1D904107}"/>
              </a:ext>
            </a:extLst>
          </p:cNvPr>
          <p:cNvSpPr/>
          <p:nvPr/>
        </p:nvSpPr>
        <p:spPr>
          <a:xfrm>
            <a:off x="6357834" y="4032726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292;p37">
            <a:extLst>
              <a:ext uri="{FF2B5EF4-FFF2-40B4-BE49-F238E27FC236}">
                <a16:creationId xmlns:a16="http://schemas.microsoft.com/office/drawing/2014/main" id="{CBFB977F-1339-F2AC-9EF3-C532FADF5E10}"/>
              </a:ext>
            </a:extLst>
          </p:cNvPr>
          <p:cNvSpPr txBox="1"/>
          <p:nvPr/>
        </p:nvSpPr>
        <p:spPr>
          <a:xfrm>
            <a:off x="6294050" y="4261708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SNT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" name="Google Shape;3275;p37">
            <a:extLst>
              <a:ext uri="{FF2B5EF4-FFF2-40B4-BE49-F238E27FC236}">
                <a16:creationId xmlns:a16="http://schemas.microsoft.com/office/drawing/2014/main" id="{A0B14865-E5FA-EDC0-B3AA-8DC50E871488}"/>
              </a:ext>
            </a:extLst>
          </p:cNvPr>
          <p:cNvSpPr/>
          <p:nvPr/>
        </p:nvSpPr>
        <p:spPr>
          <a:xfrm>
            <a:off x="3999990" y="4051339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276;p37">
            <a:extLst>
              <a:ext uri="{FF2B5EF4-FFF2-40B4-BE49-F238E27FC236}">
                <a16:creationId xmlns:a16="http://schemas.microsoft.com/office/drawing/2014/main" id="{4FB9F9A3-8DC6-97C5-A509-B54D856208F4}"/>
              </a:ext>
            </a:extLst>
          </p:cNvPr>
          <p:cNvSpPr/>
          <p:nvPr/>
        </p:nvSpPr>
        <p:spPr>
          <a:xfrm>
            <a:off x="3981257" y="4032726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292;p37">
            <a:extLst>
              <a:ext uri="{FF2B5EF4-FFF2-40B4-BE49-F238E27FC236}">
                <a16:creationId xmlns:a16="http://schemas.microsoft.com/office/drawing/2014/main" id="{E5A5F6D7-B38E-0BB6-36FC-2FC0402512C9}"/>
              </a:ext>
            </a:extLst>
          </p:cNvPr>
          <p:cNvSpPr txBox="1"/>
          <p:nvPr/>
        </p:nvSpPr>
        <p:spPr>
          <a:xfrm>
            <a:off x="3905273" y="4279294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PEPE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" name="Google Shape;3275;p37">
            <a:extLst>
              <a:ext uri="{FF2B5EF4-FFF2-40B4-BE49-F238E27FC236}">
                <a16:creationId xmlns:a16="http://schemas.microsoft.com/office/drawing/2014/main" id="{E14F6ADF-90E5-55FB-B9CF-0887CEA417D5}"/>
              </a:ext>
            </a:extLst>
          </p:cNvPr>
          <p:cNvSpPr/>
          <p:nvPr/>
        </p:nvSpPr>
        <p:spPr>
          <a:xfrm>
            <a:off x="1950879" y="3958477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276;p37">
            <a:extLst>
              <a:ext uri="{FF2B5EF4-FFF2-40B4-BE49-F238E27FC236}">
                <a16:creationId xmlns:a16="http://schemas.microsoft.com/office/drawing/2014/main" id="{D01568FF-EB20-7447-E9AB-DE979915884B}"/>
              </a:ext>
            </a:extLst>
          </p:cNvPr>
          <p:cNvSpPr/>
          <p:nvPr/>
        </p:nvSpPr>
        <p:spPr>
          <a:xfrm>
            <a:off x="1932146" y="3939864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292;p37">
            <a:extLst>
              <a:ext uri="{FF2B5EF4-FFF2-40B4-BE49-F238E27FC236}">
                <a16:creationId xmlns:a16="http://schemas.microsoft.com/office/drawing/2014/main" id="{D048E163-4BD5-454E-4A1D-6ECDCED75CBB}"/>
              </a:ext>
            </a:extLst>
          </p:cNvPr>
          <p:cNvSpPr txBox="1"/>
          <p:nvPr/>
        </p:nvSpPr>
        <p:spPr>
          <a:xfrm>
            <a:off x="1850754" y="4200072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WBTC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" name="Google Shape;3275;p37">
            <a:extLst>
              <a:ext uri="{FF2B5EF4-FFF2-40B4-BE49-F238E27FC236}">
                <a16:creationId xmlns:a16="http://schemas.microsoft.com/office/drawing/2014/main" id="{4F2BDF81-799F-65F1-D41A-1D7D8971C5F1}"/>
              </a:ext>
            </a:extLst>
          </p:cNvPr>
          <p:cNvSpPr/>
          <p:nvPr/>
        </p:nvSpPr>
        <p:spPr>
          <a:xfrm>
            <a:off x="973449" y="2020062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276;p37">
            <a:extLst>
              <a:ext uri="{FF2B5EF4-FFF2-40B4-BE49-F238E27FC236}">
                <a16:creationId xmlns:a16="http://schemas.microsoft.com/office/drawing/2014/main" id="{72A9787C-9549-1AFD-3ACD-6BF9D132333A}"/>
              </a:ext>
            </a:extLst>
          </p:cNvPr>
          <p:cNvSpPr/>
          <p:nvPr/>
        </p:nvSpPr>
        <p:spPr>
          <a:xfrm>
            <a:off x="954716" y="2001449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292;p37">
            <a:extLst>
              <a:ext uri="{FF2B5EF4-FFF2-40B4-BE49-F238E27FC236}">
                <a16:creationId xmlns:a16="http://schemas.microsoft.com/office/drawing/2014/main" id="{A4DF4970-13D6-DE75-698D-6171C771B24E}"/>
              </a:ext>
            </a:extLst>
          </p:cNvPr>
          <p:cNvSpPr txBox="1"/>
          <p:nvPr/>
        </p:nvSpPr>
        <p:spPr>
          <a:xfrm>
            <a:off x="878732" y="2248017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PAY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7" name="Google Shape;3275;p37">
            <a:extLst>
              <a:ext uri="{FF2B5EF4-FFF2-40B4-BE49-F238E27FC236}">
                <a16:creationId xmlns:a16="http://schemas.microsoft.com/office/drawing/2014/main" id="{8970AB14-93BC-1C47-6F7C-3504D768789D}"/>
              </a:ext>
            </a:extLst>
          </p:cNvPr>
          <p:cNvSpPr/>
          <p:nvPr/>
        </p:nvSpPr>
        <p:spPr>
          <a:xfrm>
            <a:off x="4027720" y="219288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276;p37">
            <a:extLst>
              <a:ext uri="{FF2B5EF4-FFF2-40B4-BE49-F238E27FC236}">
                <a16:creationId xmlns:a16="http://schemas.microsoft.com/office/drawing/2014/main" id="{79AA36AF-4A2A-0416-8012-ED13D32D97AF}"/>
              </a:ext>
            </a:extLst>
          </p:cNvPr>
          <p:cNvSpPr/>
          <p:nvPr/>
        </p:nvSpPr>
        <p:spPr>
          <a:xfrm>
            <a:off x="4008987" y="200675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292;p37">
            <a:extLst>
              <a:ext uri="{FF2B5EF4-FFF2-40B4-BE49-F238E27FC236}">
                <a16:creationId xmlns:a16="http://schemas.microsoft.com/office/drawing/2014/main" id="{80ED39C0-4193-3C12-62DF-ED781C9A4BFA}"/>
              </a:ext>
            </a:extLst>
          </p:cNvPr>
          <p:cNvSpPr txBox="1"/>
          <p:nvPr/>
        </p:nvSpPr>
        <p:spPr>
          <a:xfrm>
            <a:off x="3933003" y="447243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ZETA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0" name="Google Shape;3275;p37">
            <a:extLst>
              <a:ext uri="{FF2B5EF4-FFF2-40B4-BE49-F238E27FC236}">
                <a16:creationId xmlns:a16="http://schemas.microsoft.com/office/drawing/2014/main" id="{2BC1F4F9-E482-B14E-8274-D36A8B2FEEAC}"/>
              </a:ext>
            </a:extLst>
          </p:cNvPr>
          <p:cNvSpPr/>
          <p:nvPr/>
        </p:nvSpPr>
        <p:spPr>
          <a:xfrm>
            <a:off x="1883977" y="490413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276;p37">
            <a:extLst>
              <a:ext uri="{FF2B5EF4-FFF2-40B4-BE49-F238E27FC236}">
                <a16:creationId xmlns:a16="http://schemas.microsoft.com/office/drawing/2014/main" id="{DB2BA291-ABB4-756D-507C-BB10AC83D382}"/>
              </a:ext>
            </a:extLst>
          </p:cNvPr>
          <p:cNvSpPr/>
          <p:nvPr/>
        </p:nvSpPr>
        <p:spPr>
          <a:xfrm>
            <a:off x="1865244" y="471800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92;p37">
            <a:extLst>
              <a:ext uri="{FF2B5EF4-FFF2-40B4-BE49-F238E27FC236}">
                <a16:creationId xmlns:a16="http://schemas.microsoft.com/office/drawing/2014/main" id="{46F53621-1EB3-A630-00FD-75E19BF8076B}"/>
              </a:ext>
            </a:extLst>
          </p:cNvPr>
          <p:cNvSpPr txBox="1"/>
          <p:nvPr/>
        </p:nvSpPr>
        <p:spPr>
          <a:xfrm>
            <a:off x="1789260" y="718368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CVX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4" name="Google Shape;3275;p37">
            <a:extLst>
              <a:ext uri="{FF2B5EF4-FFF2-40B4-BE49-F238E27FC236}">
                <a16:creationId xmlns:a16="http://schemas.microsoft.com/office/drawing/2014/main" id="{4959627C-FD36-756F-D5D9-AC529EDE27D3}"/>
              </a:ext>
            </a:extLst>
          </p:cNvPr>
          <p:cNvSpPr/>
          <p:nvPr/>
        </p:nvSpPr>
        <p:spPr>
          <a:xfrm>
            <a:off x="2360595" y="1600495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276;p37">
            <a:extLst>
              <a:ext uri="{FF2B5EF4-FFF2-40B4-BE49-F238E27FC236}">
                <a16:creationId xmlns:a16="http://schemas.microsoft.com/office/drawing/2014/main" id="{AF600DBF-78DF-7F63-792E-4187629168F6}"/>
              </a:ext>
            </a:extLst>
          </p:cNvPr>
          <p:cNvSpPr/>
          <p:nvPr/>
        </p:nvSpPr>
        <p:spPr>
          <a:xfrm>
            <a:off x="2341862" y="1581882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292;p37">
            <a:extLst>
              <a:ext uri="{FF2B5EF4-FFF2-40B4-BE49-F238E27FC236}">
                <a16:creationId xmlns:a16="http://schemas.microsoft.com/office/drawing/2014/main" id="{06E016AE-47E4-D1B4-BCAD-FAF0AB49554A}"/>
              </a:ext>
            </a:extLst>
          </p:cNvPr>
          <p:cNvSpPr txBox="1"/>
          <p:nvPr/>
        </p:nvSpPr>
        <p:spPr>
          <a:xfrm>
            <a:off x="2265878" y="1828450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POWER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" name="Google Shape;3275;p37">
            <a:extLst>
              <a:ext uri="{FF2B5EF4-FFF2-40B4-BE49-F238E27FC236}">
                <a16:creationId xmlns:a16="http://schemas.microsoft.com/office/drawing/2014/main" id="{9EA6DF27-EBBA-70B7-FF2B-6498CB0FE396}"/>
              </a:ext>
            </a:extLst>
          </p:cNvPr>
          <p:cNvSpPr/>
          <p:nvPr/>
        </p:nvSpPr>
        <p:spPr>
          <a:xfrm>
            <a:off x="4549888" y="1211249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276;p37">
            <a:extLst>
              <a:ext uri="{FF2B5EF4-FFF2-40B4-BE49-F238E27FC236}">
                <a16:creationId xmlns:a16="http://schemas.microsoft.com/office/drawing/2014/main" id="{FA92DD34-7DC2-4F8A-BF6E-C13AE317F22A}"/>
              </a:ext>
            </a:extLst>
          </p:cNvPr>
          <p:cNvSpPr/>
          <p:nvPr/>
        </p:nvSpPr>
        <p:spPr>
          <a:xfrm>
            <a:off x="4531155" y="1192636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292;p37">
            <a:extLst>
              <a:ext uri="{FF2B5EF4-FFF2-40B4-BE49-F238E27FC236}">
                <a16:creationId xmlns:a16="http://schemas.microsoft.com/office/drawing/2014/main" id="{8CA73ABB-A501-4A9E-2250-9FACBD19C602}"/>
              </a:ext>
            </a:extLst>
          </p:cNvPr>
          <p:cNvSpPr txBox="1"/>
          <p:nvPr/>
        </p:nvSpPr>
        <p:spPr>
          <a:xfrm>
            <a:off x="4455171" y="1439204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SHIB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0" name="Google Shape;3275;p37">
            <a:extLst>
              <a:ext uri="{FF2B5EF4-FFF2-40B4-BE49-F238E27FC236}">
                <a16:creationId xmlns:a16="http://schemas.microsoft.com/office/drawing/2014/main" id="{044C2854-CC6A-4650-D107-FDD5CAD3777F}"/>
              </a:ext>
            </a:extLst>
          </p:cNvPr>
          <p:cNvSpPr/>
          <p:nvPr/>
        </p:nvSpPr>
        <p:spPr>
          <a:xfrm>
            <a:off x="5653456" y="1843943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3276;p37">
            <a:extLst>
              <a:ext uri="{FF2B5EF4-FFF2-40B4-BE49-F238E27FC236}">
                <a16:creationId xmlns:a16="http://schemas.microsoft.com/office/drawing/2014/main" id="{ABE00D08-9D88-98D4-E1C6-E6B123478917}"/>
              </a:ext>
            </a:extLst>
          </p:cNvPr>
          <p:cNvSpPr/>
          <p:nvPr/>
        </p:nvSpPr>
        <p:spPr>
          <a:xfrm>
            <a:off x="5634723" y="1825330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3292;p37">
            <a:extLst>
              <a:ext uri="{FF2B5EF4-FFF2-40B4-BE49-F238E27FC236}">
                <a16:creationId xmlns:a16="http://schemas.microsoft.com/office/drawing/2014/main" id="{F108C891-2473-8C4F-6E39-D243B0A8E416}"/>
              </a:ext>
            </a:extLst>
          </p:cNvPr>
          <p:cNvSpPr txBox="1"/>
          <p:nvPr/>
        </p:nvSpPr>
        <p:spPr>
          <a:xfrm>
            <a:off x="5558739" y="2071898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BNT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3" name="Google Shape;3275;p37">
            <a:extLst>
              <a:ext uri="{FF2B5EF4-FFF2-40B4-BE49-F238E27FC236}">
                <a16:creationId xmlns:a16="http://schemas.microsoft.com/office/drawing/2014/main" id="{27323E56-C713-0040-A99D-61A80B0C2140}"/>
              </a:ext>
            </a:extLst>
          </p:cNvPr>
          <p:cNvSpPr/>
          <p:nvPr/>
        </p:nvSpPr>
        <p:spPr>
          <a:xfrm>
            <a:off x="3620818" y="3052540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3276;p37">
            <a:extLst>
              <a:ext uri="{FF2B5EF4-FFF2-40B4-BE49-F238E27FC236}">
                <a16:creationId xmlns:a16="http://schemas.microsoft.com/office/drawing/2014/main" id="{D9E24A90-173D-5D7A-08B5-573E8DBE0EC8}"/>
              </a:ext>
            </a:extLst>
          </p:cNvPr>
          <p:cNvSpPr/>
          <p:nvPr/>
        </p:nvSpPr>
        <p:spPr>
          <a:xfrm>
            <a:off x="3602085" y="3033927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3292;p37">
            <a:extLst>
              <a:ext uri="{FF2B5EF4-FFF2-40B4-BE49-F238E27FC236}">
                <a16:creationId xmlns:a16="http://schemas.microsoft.com/office/drawing/2014/main" id="{CF3A577E-7FA3-33AD-72E7-D37F72A5535D}"/>
              </a:ext>
            </a:extLst>
          </p:cNvPr>
          <p:cNvSpPr txBox="1"/>
          <p:nvPr/>
        </p:nvSpPr>
        <p:spPr>
          <a:xfrm>
            <a:off x="3526101" y="3280495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OXT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6" name="Google Shape;3275;p37">
            <a:extLst>
              <a:ext uri="{FF2B5EF4-FFF2-40B4-BE49-F238E27FC236}">
                <a16:creationId xmlns:a16="http://schemas.microsoft.com/office/drawing/2014/main" id="{D659F1F2-AFC7-E7B0-9AA8-748B7204AE30}"/>
              </a:ext>
            </a:extLst>
          </p:cNvPr>
          <p:cNvSpPr/>
          <p:nvPr/>
        </p:nvSpPr>
        <p:spPr>
          <a:xfrm>
            <a:off x="2003168" y="2770528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276;p37">
            <a:extLst>
              <a:ext uri="{FF2B5EF4-FFF2-40B4-BE49-F238E27FC236}">
                <a16:creationId xmlns:a16="http://schemas.microsoft.com/office/drawing/2014/main" id="{FB630DAF-FD50-7150-F2FA-2952FEF25CDD}"/>
              </a:ext>
            </a:extLst>
          </p:cNvPr>
          <p:cNvSpPr/>
          <p:nvPr/>
        </p:nvSpPr>
        <p:spPr>
          <a:xfrm>
            <a:off x="1984435" y="2751915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3292;p37">
            <a:extLst>
              <a:ext uri="{FF2B5EF4-FFF2-40B4-BE49-F238E27FC236}">
                <a16:creationId xmlns:a16="http://schemas.microsoft.com/office/drawing/2014/main" id="{299801DB-EE23-A28E-D361-2A0A6621816B}"/>
              </a:ext>
            </a:extLst>
          </p:cNvPr>
          <p:cNvSpPr txBox="1"/>
          <p:nvPr/>
        </p:nvSpPr>
        <p:spPr>
          <a:xfrm>
            <a:off x="1908451" y="2998483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NEXO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" name="Google Shape;3275;p37">
            <a:extLst>
              <a:ext uri="{FF2B5EF4-FFF2-40B4-BE49-F238E27FC236}">
                <a16:creationId xmlns:a16="http://schemas.microsoft.com/office/drawing/2014/main" id="{C824F856-0F53-931C-BBB9-1900DE7E1051}"/>
              </a:ext>
            </a:extLst>
          </p:cNvPr>
          <p:cNvSpPr/>
          <p:nvPr/>
        </p:nvSpPr>
        <p:spPr>
          <a:xfrm>
            <a:off x="633216" y="3486875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3276;p37">
            <a:extLst>
              <a:ext uri="{FF2B5EF4-FFF2-40B4-BE49-F238E27FC236}">
                <a16:creationId xmlns:a16="http://schemas.microsoft.com/office/drawing/2014/main" id="{9490A92B-262F-19F3-3E2D-D77769C0941C}"/>
              </a:ext>
            </a:extLst>
          </p:cNvPr>
          <p:cNvSpPr/>
          <p:nvPr/>
        </p:nvSpPr>
        <p:spPr>
          <a:xfrm>
            <a:off x="614483" y="3468262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292;p37">
            <a:extLst>
              <a:ext uri="{FF2B5EF4-FFF2-40B4-BE49-F238E27FC236}">
                <a16:creationId xmlns:a16="http://schemas.microsoft.com/office/drawing/2014/main" id="{30811846-8F22-AC09-C432-11D6CB4196DA}"/>
              </a:ext>
            </a:extLst>
          </p:cNvPr>
          <p:cNvSpPr txBox="1"/>
          <p:nvPr/>
        </p:nvSpPr>
        <p:spPr>
          <a:xfrm>
            <a:off x="538499" y="3714830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REN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2" name="Google Shape;3275;p37">
            <a:extLst>
              <a:ext uri="{FF2B5EF4-FFF2-40B4-BE49-F238E27FC236}">
                <a16:creationId xmlns:a16="http://schemas.microsoft.com/office/drawing/2014/main" id="{EF80ED57-4D0B-05E3-19DD-2C2BAEDF41C0}"/>
              </a:ext>
            </a:extLst>
          </p:cNvPr>
          <p:cNvSpPr/>
          <p:nvPr/>
        </p:nvSpPr>
        <p:spPr>
          <a:xfrm>
            <a:off x="4931942" y="3249521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276;p37">
            <a:extLst>
              <a:ext uri="{FF2B5EF4-FFF2-40B4-BE49-F238E27FC236}">
                <a16:creationId xmlns:a16="http://schemas.microsoft.com/office/drawing/2014/main" id="{134703F2-CED9-3138-CD12-F7B96A16A886}"/>
              </a:ext>
            </a:extLst>
          </p:cNvPr>
          <p:cNvSpPr/>
          <p:nvPr/>
        </p:nvSpPr>
        <p:spPr>
          <a:xfrm>
            <a:off x="4913209" y="3230908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" name="Google Shape;3292;p37">
            <a:extLst>
              <a:ext uri="{FF2B5EF4-FFF2-40B4-BE49-F238E27FC236}">
                <a16:creationId xmlns:a16="http://schemas.microsoft.com/office/drawing/2014/main" id="{7463ABE1-E44B-0C2A-B76F-A04856276C38}"/>
              </a:ext>
            </a:extLst>
          </p:cNvPr>
          <p:cNvSpPr txBox="1"/>
          <p:nvPr/>
        </p:nvSpPr>
        <p:spPr>
          <a:xfrm>
            <a:off x="4837225" y="3477476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WTC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5" name="Google Shape;3275;p37">
            <a:extLst>
              <a:ext uri="{FF2B5EF4-FFF2-40B4-BE49-F238E27FC236}">
                <a16:creationId xmlns:a16="http://schemas.microsoft.com/office/drawing/2014/main" id="{D84957BD-C0E4-927E-9A36-4F593EAB7F92}"/>
              </a:ext>
            </a:extLst>
          </p:cNvPr>
          <p:cNvSpPr/>
          <p:nvPr/>
        </p:nvSpPr>
        <p:spPr>
          <a:xfrm>
            <a:off x="876830" y="851462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3276;p37">
            <a:extLst>
              <a:ext uri="{FF2B5EF4-FFF2-40B4-BE49-F238E27FC236}">
                <a16:creationId xmlns:a16="http://schemas.microsoft.com/office/drawing/2014/main" id="{29167FBF-BD79-0ECB-DF10-A1D29D257418}"/>
              </a:ext>
            </a:extLst>
          </p:cNvPr>
          <p:cNvSpPr/>
          <p:nvPr/>
        </p:nvSpPr>
        <p:spPr>
          <a:xfrm>
            <a:off x="858097" y="832849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3292;p37">
            <a:extLst>
              <a:ext uri="{FF2B5EF4-FFF2-40B4-BE49-F238E27FC236}">
                <a16:creationId xmlns:a16="http://schemas.microsoft.com/office/drawing/2014/main" id="{4A2641FA-41AE-C3D3-1FFC-6B5DF5163EC4}"/>
              </a:ext>
            </a:extLst>
          </p:cNvPr>
          <p:cNvSpPr txBox="1"/>
          <p:nvPr/>
        </p:nvSpPr>
        <p:spPr>
          <a:xfrm>
            <a:off x="782113" y="1079417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LEND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8" name="Google Shape;3275;p37">
            <a:extLst>
              <a:ext uri="{FF2B5EF4-FFF2-40B4-BE49-F238E27FC236}">
                <a16:creationId xmlns:a16="http://schemas.microsoft.com/office/drawing/2014/main" id="{63E2611D-88A7-CB2D-F8F8-BE0D5D34D24C}"/>
              </a:ext>
            </a:extLst>
          </p:cNvPr>
          <p:cNvSpPr/>
          <p:nvPr/>
        </p:nvSpPr>
        <p:spPr>
          <a:xfrm>
            <a:off x="3029751" y="781712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3276;p37">
            <a:extLst>
              <a:ext uri="{FF2B5EF4-FFF2-40B4-BE49-F238E27FC236}">
                <a16:creationId xmlns:a16="http://schemas.microsoft.com/office/drawing/2014/main" id="{6E31CA42-625F-00D3-A66C-0FCA95B6BD65}"/>
              </a:ext>
            </a:extLst>
          </p:cNvPr>
          <p:cNvSpPr/>
          <p:nvPr/>
        </p:nvSpPr>
        <p:spPr>
          <a:xfrm>
            <a:off x="3011018" y="763099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3292;p37">
            <a:extLst>
              <a:ext uri="{FF2B5EF4-FFF2-40B4-BE49-F238E27FC236}">
                <a16:creationId xmlns:a16="http://schemas.microsoft.com/office/drawing/2014/main" id="{715B9460-7185-DDF3-5965-D3FAB55F20B9}"/>
              </a:ext>
            </a:extLst>
          </p:cNvPr>
          <p:cNvSpPr txBox="1"/>
          <p:nvPr/>
        </p:nvSpPr>
        <p:spPr>
          <a:xfrm>
            <a:off x="2935034" y="1009667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EURS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1" name="Google Shape;3275;p37">
            <a:extLst>
              <a:ext uri="{FF2B5EF4-FFF2-40B4-BE49-F238E27FC236}">
                <a16:creationId xmlns:a16="http://schemas.microsoft.com/office/drawing/2014/main" id="{BEF33D5E-60BE-3E0E-7F41-FBBEE8237E74}"/>
              </a:ext>
            </a:extLst>
          </p:cNvPr>
          <p:cNvSpPr/>
          <p:nvPr/>
        </p:nvSpPr>
        <p:spPr>
          <a:xfrm>
            <a:off x="7566289" y="3199318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3276;p37">
            <a:extLst>
              <a:ext uri="{FF2B5EF4-FFF2-40B4-BE49-F238E27FC236}">
                <a16:creationId xmlns:a16="http://schemas.microsoft.com/office/drawing/2014/main" id="{50622755-B3CF-E66E-EB41-0258147B761B}"/>
              </a:ext>
            </a:extLst>
          </p:cNvPr>
          <p:cNvSpPr/>
          <p:nvPr/>
        </p:nvSpPr>
        <p:spPr>
          <a:xfrm>
            <a:off x="7547556" y="3180705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3292;p37">
            <a:extLst>
              <a:ext uri="{FF2B5EF4-FFF2-40B4-BE49-F238E27FC236}">
                <a16:creationId xmlns:a16="http://schemas.microsoft.com/office/drawing/2014/main" id="{A4989A4B-03D8-18F4-1BA3-300DF3D44CDF}"/>
              </a:ext>
            </a:extLst>
          </p:cNvPr>
          <p:cNvSpPr txBox="1"/>
          <p:nvPr/>
        </p:nvSpPr>
        <p:spPr>
          <a:xfrm>
            <a:off x="7471572" y="3427273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SAI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4" name="Google Shape;3275;p37">
            <a:extLst>
              <a:ext uri="{FF2B5EF4-FFF2-40B4-BE49-F238E27FC236}">
                <a16:creationId xmlns:a16="http://schemas.microsoft.com/office/drawing/2014/main" id="{DE028B34-0E07-5B7A-9548-ADE62A32BB94}"/>
              </a:ext>
            </a:extLst>
          </p:cNvPr>
          <p:cNvSpPr/>
          <p:nvPr/>
        </p:nvSpPr>
        <p:spPr>
          <a:xfrm>
            <a:off x="6125567" y="3066663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3276;p37">
            <a:extLst>
              <a:ext uri="{FF2B5EF4-FFF2-40B4-BE49-F238E27FC236}">
                <a16:creationId xmlns:a16="http://schemas.microsoft.com/office/drawing/2014/main" id="{4D263299-B722-3358-5F2A-56228D7CAF2C}"/>
              </a:ext>
            </a:extLst>
          </p:cNvPr>
          <p:cNvSpPr/>
          <p:nvPr/>
        </p:nvSpPr>
        <p:spPr>
          <a:xfrm>
            <a:off x="6106834" y="3048050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3292;p37">
            <a:extLst>
              <a:ext uri="{FF2B5EF4-FFF2-40B4-BE49-F238E27FC236}">
                <a16:creationId xmlns:a16="http://schemas.microsoft.com/office/drawing/2014/main" id="{34350591-831C-73FF-2985-6850EEB0DC9E}"/>
              </a:ext>
            </a:extLst>
          </p:cNvPr>
          <p:cNvSpPr txBox="1"/>
          <p:nvPr/>
        </p:nvSpPr>
        <p:spPr>
          <a:xfrm>
            <a:off x="6030850" y="3294618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SHIB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7" name="Google Shape;3275;p37">
            <a:extLst>
              <a:ext uri="{FF2B5EF4-FFF2-40B4-BE49-F238E27FC236}">
                <a16:creationId xmlns:a16="http://schemas.microsoft.com/office/drawing/2014/main" id="{02F001EB-3FA9-DC9D-577C-BF3DE7CFB9AB}"/>
              </a:ext>
            </a:extLst>
          </p:cNvPr>
          <p:cNvSpPr/>
          <p:nvPr/>
        </p:nvSpPr>
        <p:spPr>
          <a:xfrm>
            <a:off x="6535482" y="1021729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3276;p37">
            <a:extLst>
              <a:ext uri="{FF2B5EF4-FFF2-40B4-BE49-F238E27FC236}">
                <a16:creationId xmlns:a16="http://schemas.microsoft.com/office/drawing/2014/main" id="{5B1DB595-0E0C-3573-B15A-814012907E96}"/>
              </a:ext>
            </a:extLst>
          </p:cNvPr>
          <p:cNvSpPr/>
          <p:nvPr/>
        </p:nvSpPr>
        <p:spPr>
          <a:xfrm>
            <a:off x="6516749" y="1003116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3292;p37">
            <a:extLst>
              <a:ext uri="{FF2B5EF4-FFF2-40B4-BE49-F238E27FC236}">
                <a16:creationId xmlns:a16="http://schemas.microsoft.com/office/drawing/2014/main" id="{12D8A1F3-7AEC-CEBC-CC6F-96FE84DAD81A}"/>
              </a:ext>
            </a:extLst>
          </p:cNvPr>
          <p:cNvSpPr txBox="1"/>
          <p:nvPr/>
        </p:nvSpPr>
        <p:spPr>
          <a:xfrm>
            <a:off x="6452965" y="1232098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DAI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0" name="Google Shape;3275;p37">
            <a:extLst>
              <a:ext uri="{FF2B5EF4-FFF2-40B4-BE49-F238E27FC236}">
                <a16:creationId xmlns:a16="http://schemas.microsoft.com/office/drawing/2014/main" id="{54D02355-3DD6-4B1C-45F8-1CFF17C79383}"/>
              </a:ext>
            </a:extLst>
          </p:cNvPr>
          <p:cNvSpPr/>
          <p:nvPr/>
        </p:nvSpPr>
        <p:spPr>
          <a:xfrm>
            <a:off x="2990601" y="4007674"/>
            <a:ext cx="853017" cy="8509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3276;p37">
            <a:extLst>
              <a:ext uri="{FF2B5EF4-FFF2-40B4-BE49-F238E27FC236}">
                <a16:creationId xmlns:a16="http://schemas.microsoft.com/office/drawing/2014/main" id="{E3DABBB2-C36B-219B-7C35-CAEC437AA34F}"/>
              </a:ext>
            </a:extLst>
          </p:cNvPr>
          <p:cNvSpPr/>
          <p:nvPr/>
        </p:nvSpPr>
        <p:spPr>
          <a:xfrm>
            <a:off x="2971868" y="3989061"/>
            <a:ext cx="887100" cy="887100"/>
          </a:xfrm>
          <a:prstGeom prst="arc">
            <a:avLst>
              <a:gd name="adj1" fmla="val 17147271"/>
              <a:gd name="adj2" fmla="val 17121681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3292;p37">
            <a:extLst>
              <a:ext uri="{FF2B5EF4-FFF2-40B4-BE49-F238E27FC236}">
                <a16:creationId xmlns:a16="http://schemas.microsoft.com/office/drawing/2014/main" id="{81EF8B8B-A26A-9629-6CA1-FB1E5BDAB135}"/>
              </a:ext>
            </a:extLst>
          </p:cNvPr>
          <p:cNvSpPr txBox="1"/>
          <p:nvPr/>
        </p:nvSpPr>
        <p:spPr>
          <a:xfrm>
            <a:off x="2908084" y="4218043"/>
            <a:ext cx="1039067" cy="3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ENJ</a:t>
            </a:r>
            <a:endParaRPr sz="20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pic>
        <p:nvPicPr>
          <p:cNvPr id="73" name="Picture 4" descr="3D illustration Ethereum logo 10841683 PNG">
            <a:extLst>
              <a:ext uri="{FF2B5EF4-FFF2-40B4-BE49-F238E27FC236}">
                <a16:creationId xmlns:a16="http://schemas.microsoft.com/office/drawing/2014/main" id="{FB5EBD76-BE1C-509C-FAE1-31745FF4C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006" y="1166920"/>
            <a:ext cx="2686253" cy="2686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D2CA42D9-6075-49A9-3403-3EC65E8152BF}"/>
              </a:ext>
            </a:extLst>
          </p:cNvPr>
          <p:cNvSpPr txBox="1"/>
          <p:nvPr/>
        </p:nvSpPr>
        <p:spPr>
          <a:xfrm>
            <a:off x="1656712" y="3635648"/>
            <a:ext cx="54362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Ethereum</a:t>
            </a:r>
          </a:p>
        </p:txBody>
      </p:sp>
    </p:spTree>
    <p:extLst>
      <p:ext uri="{BB962C8B-B14F-4D97-AF65-F5344CB8AC3E}">
        <p14:creationId xmlns:p14="http://schemas.microsoft.com/office/powerpoint/2010/main" val="218220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/>
      <p:bldP spid="6" grpId="0" animBg="1"/>
      <p:bldP spid="7" grpId="0" animBg="1"/>
      <p:bldP spid="8" grpId="0"/>
      <p:bldP spid="9" grpId="0" animBg="1"/>
      <p:bldP spid="11" grpId="0" animBg="1"/>
      <p:bldP spid="12" grpId="0"/>
      <p:bldP spid="13" grpId="0" animBg="1"/>
      <p:bldP spid="14" grpId="0" animBg="1"/>
      <p:bldP spid="17" grpId="0"/>
      <p:bldP spid="18" grpId="0" animBg="1"/>
      <p:bldP spid="19" grpId="0" animBg="1"/>
      <p:bldP spid="20" grpId="0"/>
      <p:bldP spid="21" grpId="0" animBg="1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4" grpId="0" animBg="1"/>
      <p:bldP spid="35" grpId="0" animBg="1"/>
      <p:bldP spid="36" grpId="0"/>
      <p:bldP spid="37" grpId="0" animBg="1"/>
      <p:bldP spid="38" grpId="0" animBg="1"/>
      <p:bldP spid="39" grpId="0"/>
      <p:bldP spid="40" grpId="0" animBg="1"/>
      <p:bldP spid="41" grpId="0" animBg="1"/>
      <p:bldP spid="42" grpId="0"/>
      <p:bldP spid="43" grpId="0" animBg="1"/>
      <p:bldP spid="44" grpId="0" animBg="1"/>
      <p:bldP spid="45" grpId="0"/>
      <p:bldP spid="46" grpId="0" animBg="1"/>
      <p:bldP spid="47" grpId="0" animBg="1"/>
      <p:bldP spid="48" grpId="0"/>
      <p:bldP spid="49" grpId="0" animBg="1"/>
      <p:bldP spid="50" grpId="0" animBg="1"/>
      <p:bldP spid="51" grpId="0"/>
      <p:bldP spid="52" grpId="0" animBg="1"/>
      <p:bldP spid="53" grpId="0" animBg="1"/>
      <p:bldP spid="54" grpId="0"/>
      <p:bldP spid="55" grpId="0" animBg="1"/>
      <p:bldP spid="56" grpId="0" animBg="1"/>
      <p:bldP spid="57" grpId="0"/>
      <p:bldP spid="58" grpId="0" animBg="1"/>
      <p:bldP spid="59" grpId="0" animBg="1"/>
      <p:bldP spid="60" grpId="0"/>
      <p:bldP spid="61" grpId="0" animBg="1"/>
      <p:bldP spid="62" grpId="0" animBg="1"/>
      <p:bldP spid="63" grpId="0"/>
      <p:bldP spid="64" grpId="0" animBg="1"/>
      <p:bldP spid="65" grpId="0" animBg="1"/>
      <p:bldP spid="66" grpId="0"/>
      <p:bldP spid="67" grpId="0" animBg="1"/>
      <p:bldP spid="68" grpId="0" animBg="1"/>
      <p:bldP spid="69" grpId="0"/>
      <p:bldP spid="70" grpId="0" animBg="1"/>
      <p:bldP spid="71" grpId="0" animBg="1"/>
      <p:bldP spid="72" grpId="0"/>
      <p:bldP spid="1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84667" y="93133"/>
            <a:ext cx="8966200" cy="4957234"/>
          </a:xfrm>
          <a:prstGeom prst="rect">
            <a:avLst/>
          </a:prstGeom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of crypto currency&#10;&#10;Description automatically generated">
            <a:extLst>
              <a:ext uri="{FF2B5EF4-FFF2-40B4-BE49-F238E27FC236}">
                <a16:creationId xmlns:a16="http://schemas.microsoft.com/office/drawing/2014/main" id="{7F301B6D-1F28-B4F5-A642-AD0D7261B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02" y="790340"/>
            <a:ext cx="3588220" cy="3588220"/>
          </a:xfrm>
          <a:prstGeom prst="rect">
            <a:avLst/>
          </a:prstGeom>
          <a:ln w="19050">
            <a:solidFill>
              <a:schemeClr val="accent4">
                <a:lumMod val="25000"/>
              </a:schemeClr>
            </a:solidFill>
          </a:ln>
        </p:spPr>
      </p:pic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57A16B48-365A-67EE-86C3-3451F4FD37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6662" y="1042823"/>
            <a:ext cx="4804636" cy="3057853"/>
          </a:xfrm>
          <a:prstGeom prst="rect">
            <a:avLst/>
          </a:prstGeom>
          <a:ln w="19050">
            <a:solidFill>
              <a:schemeClr val="accent4">
                <a:lumMod val="2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39BD30-C245-B6DB-21AA-33188CE0847B}"/>
              </a:ext>
            </a:extLst>
          </p:cNvPr>
          <p:cNvSpPr txBox="1"/>
          <p:nvPr/>
        </p:nvSpPr>
        <p:spPr>
          <a:xfrm>
            <a:off x="1609561" y="163143"/>
            <a:ext cx="54362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Money Laundering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33ECB-5655-158B-53D6-5DA7BE7D1069}"/>
              </a:ext>
            </a:extLst>
          </p:cNvPr>
          <p:cNvSpPr txBox="1"/>
          <p:nvPr/>
        </p:nvSpPr>
        <p:spPr>
          <a:xfrm>
            <a:off x="212702" y="4436370"/>
            <a:ext cx="2424062" cy="276999"/>
          </a:xfrm>
          <a:prstGeom prst="rect">
            <a:avLst/>
          </a:prstGeom>
          <a:ln w="6350">
            <a:solidFill>
              <a:schemeClr val="accent4">
                <a:lumMod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Biggest Crypto Heists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F73EF-C4BD-5F17-D6D9-5562F480CCED}"/>
              </a:ext>
            </a:extLst>
          </p:cNvPr>
          <p:cNvSpPr txBox="1"/>
          <p:nvPr/>
        </p:nvSpPr>
        <p:spPr>
          <a:xfrm>
            <a:off x="4126662" y="4159371"/>
            <a:ext cx="3028393" cy="276999"/>
          </a:xfrm>
          <a:prstGeom prst="rect">
            <a:avLst/>
          </a:prstGeom>
          <a:ln w="6350">
            <a:solidFill>
              <a:schemeClr val="accent4">
                <a:lumMod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KuCoin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Crypto Exchange Hack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Picture 8" descr="A diagram of money laundering cycle&#10;&#10;Description automatically generated">
            <a:extLst>
              <a:ext uri="{FF2B5EF4-FFF2-40B4-BE49-F238E27FC236}">
                <a16:creationId xmlns:a16="http://schemas.microsoft.com/office/drawing/2014/main" id="{8E64935F-0ED5-2324-F846-0C8EEA09F6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921" y="664040"/>
            <a:ext cx="7049893" cy="3930617"/>
          </a:xfrm>
          <a:prstGeom prst="rect">
            <a:avLst/>
          </a:prstGeom>
          <a:ln w="19050">
            <a:solidFill>
              <a:schemeClr val="accent4">
                <a:lumMod val="2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36F264-EBEB-3FE4-C6BE-198F0F151B38}"/>
              </a:ext>
            </a:extLst>
          </p:cNvPr>
          <p:cNvSpPr txBox="1"/>
          <p:nvPr/>
        </p:nvSpPr>
        <p:spPr>
          <a:xfrm>
            <a:off x="3224672" y="4650159"/>
            <a:ext cx="2600392" cy="276999"/>
          </a:xfrm>
          <a:prstGeom prst="rect">
            <a:avLst/>
          </a:prstGeom>
          <a:ln w="6350">
            <a:solidFill>
              <a:schemeClr val="accent4">
                <a:lumMod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Laundering Cycle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09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133" y="86782"/>
            <a:ext cx="8966200" cy="49826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1426;p24">
            <a:extLst>
              <a:ext uri="{FF2B5EF4-FFF2-40B4-BE49-F238E27FC236}">
                <a16:creationId xmlns:a16="http://schemas.microsoft.com/office/drawing/2014/main" id="{61DEF7DD-0963-8D9C-BD6B-CA6C6391594A}"/>
              </a:ext>
            </a:extLst>
          </p:cNvPr>
          <p:cNvSpPr/>
          <p:nvPr/>
        </p:nvSpPr>
        <p:spPr>
          <a:xfrm rot="10800000">
            <a:off x="5095143" y="225761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" name="Google Shape;1427;p24">
            <a:extLst>
              <a:ext uri="{FF2B5EF4-FFF2-40B4-BE49-F238E27FC236}">
                <a16:creationId xmlns:a16="http://schemas.microsoft.com/office/drawing/2014/main" id="{A4DAEC56-7C8E-E8EF-8ED5-A9FC36374E7D}"/>
              </a:ext>
            </a:extLst>
          </p:cNvPr>
          <p:cNvSpPr/>
          <p:nvPr/>
        </p:nvSpPr>
        <p:spPr>
          <a:xfrm rot="10800000">
            <a:off x="5095143" y="225761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6" name="Google Shape;1428;p24">
            <a:extLst>
              <a:ext uri="{FF2B5EF4-FFF2-40B4-BE49-F238E27FC236}">
                <a16:creationId xmlns:a16="http://schemas.microsoft.com/office/drawing/2014/main" id="{C17B8E6B-0D70-20B7-37B1-5C96E038FBB6}"/>
              </a:ext>
            </a:extLst>
          </p:cNvPr>
          <p:cNvSpPr/>
          <p:nvPr/>
        </p:nvSpPr>
        <p:spPr>
          <a:xfrm rot="10800000">
            <a:off x="6504443" y="1560357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7" name="Google Shape;1429;p24">
            <a:extLst>
              <a:ext uri="{FF2B5EF4-FFF2-40B4-BE49-F238E27FC236}">
                <a16:creationId xmlns:a16="http://schemas.microsoft.com/office/drawing/2014/main" id="{FD097D36-3D1B-6D6F-8585-67BE3E8CE255}"/>
              </a:ext>
            </a:extLst>
          </p:cNvPr>
          <p:cNvSpPr/>
          <p:nvPr/>
        </p:nvSpPr>
        <p:spPr>
          <a:xfrm rot="10800000">
            <a:off x="6504443" y="1560357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Google Shape;1430;p24">
            <a:extLst>
              <a:ext uri="{FF2B5EF4-FFF2-40B4-BE49-F238E27FC236}">
                <a16:creationId xmlns:a16="http://schemas.microsoft.com/office/drawing/2014/main" id="{70592CEA-4186-2424-442F-02F9F85E8BC0}"/>
              </a:ext>
            </a:extLst>
          </p:cNvPr>
          <p:cNvSpPr/>
          <p:nvPr/>
        </p:nvSpPr>
        <p:spPr>
          <a:xfrm>
            <a:off x="2175993" y="2822119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9" name="Google Shape;1431;p24">
            <a:extLst>
              <a:ext uri="{FF2B5EF4-FFF2-40B4-BE49-F238E27FC236}">
                <a16:creationId xmlns:a16="http://schemas.microsoft.com/office/drawing/2014/main" id="{4B5355ED-D588-10B7-5518-CFC5151015E3}"/>
              </a:ext>
            </a:extLst>
          </p:cNvPr>
          <p:cNvSpPr/>
          <p:nvPr/>
        </p:nvSpPr>
        <p:spPr>
          <a:xfrm>
            <a:off x="2175993" y="2822119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1" name="Google Shape;1432;p24">
            <a:extLst>
              <a:ext uri="{FF2B5EF4-FFF2-40B4-BE49-F238E27FC236}">
                <a16:creationId xmlns:a16="http://schemas.microsoft.com/office/drawing/2014/main" id="{06CED90E-712C-5A94-853C-E25BC8A7AFE7}"/>
              </a:ext>
            </a:extLst>
          </p:cNvPr>
          <p:cNvSpPr/>
          <p:nvPr/>
        </p:nvSpPr>
        <p:spPr>
          <a:xfrm>
            <a:off x="3478793" y="2060119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2" name="Google Shape;1433;p24">
            <a:extLst>
              <a:ext uri="{FF2B5EF4-FFF2-40B4-BE49-F238E27FC236}">
                <a16:creationId xmlns:a16="http://schemas.microsoft.com/office/drawing/2014/main" id="{D55C6EE4-E6AA-307C-6790-5EEBAE887DCD}"/>
              </a:ext>
            </a:extLst>
          </p:cNvPr>
          <p:cNvSpPr/>
          <p:nvPr/>
        </p:nvSpPr>
        <p:spPr>
          <a:xfrm>
            <a:off x="3478793" y="2060119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13" name="Google Shape;1434;p24">
            <a:extLst>
              <a:ext uri="{FF2B5EF4-FFF2-40B4-BE49-F238E27FC236}">
                <a16:creationId xmlns:a16="http://schemas.microsoft.com/office/drawing/2014/main" id="{3D74FAB4-EEE5-01D1-CCEB-A39042F2ACAB}"/>
              </a:ext>
            </a:extLst>
          </p:cNvPr>
          <p:cNvGrpSpPr/>
          <p:nvPr/>
        </p:nvGrpSpPr>
        <p:grpSpPr>
          <a:xfrm>
            <a:off x="873193" y="3507919"/>
            <a:ext cx="475525" cy="996875"/>
            <a:chOff x="1518575" y="3411275"/>
            <a:chExt cx="475525" cy="996875"/>
          </a:xfrm>
        </p:grpSpPr>
        <p:sp>
          <p:nvSpPr>
            <p:cNvPr id="14" name="Google Shape;1435;p24">
              <a:extLst>
                <a:ext uri="{FF2B5EF4-FFF2-40B4-BE49-F238E27FC236}">
                  <a16:creationId xmlns:a16="http://schemas.microsoft.com/office/drawing/2014/main" id="{AB9970B7-3EC2-3AC6-9E0E-A226B5302BFD}"/>
                </a:ext>
              </a:extLst>
            </p:cNvPr>
            <p:cNvSpPr/>
            <p:nvPr/>
          </p:nvSpPr>
          <p:spPr>
            <a:xfrm>
              <a:off x="1518575" y="3411275"/>
              <a:ext cx="475525" cy="996875"/>
            </a:xfrm>
            <a:custGeom>
              <a:avLst/>
              <a:gdLst/>
              <a:ahLst/>
              <a:cxnLst/>
              <a:rect l="l" t="t" r="r" b="b"/>
              <a:pathLst>
                <a:path w="19021" h="39875" extrusionOk="0">
                  <a:moveTo>
                    <a:pt x="19021" y="39875"/>
                  </a:moveTo>
                  <a:lnTo>
                    <a:pt x="0" y="29105"/>
                  </a:lnTo>
                  <a:lnTo>
                    <a:pt x="0" y="0"/>
                  </a:lnTo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Google Shape;1436;p24">
              <a:extLst>
                <a:ext uri="{FF2B5EF4-FFF2-40B4-BE49-F238E27FC236}">
                  <a16:creationId xmlns:a16="http://schemas.microsoft.com/office/drawing/2014/main" id="{6EA7E097-CC47-E7BA-D4AB-95BD9FE1537B}"/>
                </a:ext>
              </a:extLst>
            </p:cNvPr>
            <p:cNvSpPr/>
            <p:nvPr/>
          </p:nvSpPr>
          <p:spPr>
            <a:xfrm>
              <a:off x="1518575" y="3411275"/>
              <a:ext cx="475525" cy="996875"/>
            </a:xfrm>
            <a:custGeom>
              <a:avLst/>
              <a:gdLst/>
              <a:ahLst/>
              <a:cxnLst/>
              <a:rect l="l" t="t" r="r" b="b"/>
              <a:pathLst>
                <a:path w="19021" h="39875" extrusionOk="0">
                  <a:moveTo>
                    <a:pt x="19021" y="39875"/>
                  </a:moveTo>
                  <a:lnTo>
                    <a:pt x="0" y="29105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18" name="Google Shape;1438;p24">
            <a:extLst>
              <a:ext uri="{FF2B5EF4-FFF2-40B4-BE49-F238E27FC236}">
                <a16:creationId xmlns:a16="http://schemas.microsoft.com/office/drawing/2014/main" id="{9A850355-734B-7A6D-4951-6702A7700003}"/>
              </a:ext>
            </a:extLst>
          </p:cNvPr>
          <p:cNvCxnSpPr>
            <a:cxnSpLocks/>
          </p:cNvCxnSpPr>
          <p:nvPr/>
        </p:nvCxnSpPr>
        <p:spPr>
          <a:xfrm flipH="1">
            <a:off x="1261393" y="624769"/>
            <a:ext cx="6866201" cy="399960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439;p24">
            <a:extLst>
              <a:ext uri="{FF2B5EF4-FFF2-40B4-BE49-F238E27FC236}">
                <a16:creationId xmlns:a16="http://schemas.microsoft.com/office/drawing/2014/main" id="{DB1C3096-36F5-BD4A-091F-115BE83F83BD}"/>
              </a:ext>
            </a:extLst>
          </p:cNvPr>
          <p:cNvCxnSpPr>
            <a:cxnSpLocks/>
          </p:cNvCxnSpPr>
          <p:nvPr/>
        </p:nvCxnSpPr>
        <p:spPr>
          <a:xfrm flipH="1">
            <a:off x="1373882" y="790188"/>
            <a:ext cx="6471506" cy="3781812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1440;p24">
            <a:extLst>
              <a:ext uri="{FF2B5EF4-FFF2-40B4-BE49-F238E27FC236}">
                <a16:creationId xmlns:a16="http://schemas.microsoft.com/office/drawing/2014/main" id="{C9572164-AED2-27D0-CA02-54FE524E59AA}"/>
              </a:ext>
            </a:extLst>
          </p:cNvPr>
          <p:cNvGrpSpPr/>
          <p:nvPr/>
        </p:nvGrpSpPr>
        <p:grpSpPr>
          <a:xfrm>
            <a:off x="1016406" y="4095871"/>
            <a:ext cx="590840" cy="682345"/>
            <a:chOff x="3662369" y="2223718"/>
            <a:chExt cx="436237" cy="503799"/>
          </a:xfrm>
        </p:grpSpPr>
        <p:sp>
          <p:nvSpPr>
            <p:cNvPr id="21" name="Google Shape;1441;p24">
              <a:extLst>
                <a:ext uri="{FF2B5EF4-FFF2-40B4-BE49-F238E27FC236}">
                  <a16:creationId xmlns:a16="http://schemas.microsoft.com/office/drawing/2014/main" id="{A8889764-F6DC-7090-FCE5-2080A3097756}"/>
                </a:ext>
              </a:extLst>
            </p:cNvPr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42;p24">
              <a:extLst>
                <a:ext uri="{FF2B5EF4-FFF2-40B4-BE49-F238E27FC236}">
                  <a16:creationId xmlns:a16="http://schemas.microsoft.com/office/drawing/2014/main" id="{B8BFF2B9-81A6-48B5-4E2C-9A8941232A78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43;p24">
              <a:extLst>
                <a:ext uri="{FF2B5EF4-FFF2-40B4-BE49-F238E27FC236}">
                  <a16:creationId xmlns:a16="http://schemas.microsoft.com/office/drawing/2014/main" id="{B47606F7-64EC-EAF2-3CD0-628DB637B979}"/>
                </a:ext>
              </a:extLst>
            </p:cNvPr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1444;p24">
            <a:extLst>
              <a:ext uri="{FF2B5EF4-FFF2-40B4-BE49-F238E27FC236}">
                <a16:creationId xmlns:a16="http://schemas.microsoft.com/office/drawing/2014/main" id="{77A31058-F93F-56F3-C9C7-1B7CE1A42158}"/>
              </a:ext>
            </a:extLst>
          </p:cNvPr>
          <p:cNvGrpSpPr/>
          <p:nvPr/>
        </p:nvGrpSpPr>
        <p:grpSpPr>
          <a:xfrm>
            <a:off x="2319197" y="3340253"/>
            <a:ext cx="590840" cy="682345"/>
            <a:chOff x="3662369" y="2223718"/>
            <a:chExt cx="436237" cy="503799"/>
          </a:xfrm>
        </p:grpSpPr>
        <p:sp>
          <p:nvSpPr>
            <p:cNvPr id="25" name="Google Shape;1445;p24">
              <a:extLst>
                <a:ext uri="{FF2B5EF4-FFF2-40B4-BE49-F238E27FC236}">
                  <a16:creationId xmlns:a16="http://schemas.microsoft.com/office/drawing/2014/main" id="{5FA85394-F0C8-50BC-4FE6-441D6DE224B8}"/>
                </a:ext>
              </a:extLst>
            </p:cNvPr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46;p24">
              <a:extLst>
                <a:ext uri="{FF2B5EF4-FFF2-40B4-BE49-F238E27FC236}">
                  <a16:creationId xmlns:a16="http://schemas.microsoft.com/office/drawing/2014/main" id="{B683F576-E786-DCA7-744E-AC4FC7F2739C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47;p24">
              <a:extLst>
                <a:ext uri="{FF2B5EF4-FFF2-40B4-BE49-F238E27FC236}">
                  <a16:creationId xmlns:a16="http://schemas.microsoft.com/office/drawing/2014/main" id="{93F173B3-9EDB-FFD3-7E64-1AA3A27718EA}"/>
                </a:ext>
              </a:extLst>
            </p:cNvPr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448;p24">
            <a:extLst>
              <a:ext uri="{FF2B5EF4-FFF2-40B4-BE49-F238E27FC236}">
                <a16:creationId xmlns:a16="http://schemas.microsoft.com/office/drawing/2014/main" id="{16F19C0A-6338-A9F0-5487-F7CAFC515C39}"/>
              </a:ext>
            </a:extLst>
          </p:cNvPr>
          <p:cNvGrpSpPr/>
          <p:nvPr/>
        </p:nvGrpSpPr>
        <p:grpSpPr>
          <a:xfrm>
            <a:off x="3626579" y="2598891"/>
            <a:ext cx="590840" cy="682345"/>
            <a:chOff x="3665759" y="2223718"/>
            <a:chExt cx="436237" cy="503799"/>
          </a:xfrm>
        </p:grpSpPr>
        <p:sp>
          <p:nvSpPr>
            <p:cNvPr id="29" name="Google Shape;1449;p24">
              <a:extLst>
                <a:ext uri="{FF2B5EF4-FFF2-40B4-BE49-F238E27FC236}">
                  <a16:creationId xmlns:a16="http://schemas.microsoft.com/office/drawing/2014/main" id="{6C26083B-F5C0-C98F-C51A-D1397F512124}"/>
                </a:ext>
              </a:extLst>
            </p:cNvPr>
            <p:cNvSpPr/>
            <p:nvPr/>
          </p:nvSpPr>
          <p:spPr>
            <a:xfrm>
              <a:off x="366575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50;p24">
              <a:extLst>
                <a:ext uri="{FF2B5EF4-FFF2-40B4-BE49-F238E27FC236}">
                  <a16:creationId xmlns:a16="http://schemas.microsoft.com/office/drawing/2014/main" id="{F7BF3B34-5668-FCF9-E911-D03E8A161A0D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51;p24">
              <a:extLst>
                <a:ext uri="{FF2B5EF4-FFF2-40B4-BE49-F238E27FC236}">
                  <a16:creationId xmlns:a16="http://schemas.microsoft.com/office/drawing/2014/main" id="{7F638FA1-B3E4-4FF5-963E-2AD31004AB2B}"/>
                </a:ext>
              </a:extLst>
            </p:cNvPr>
            <p:cNvSpPr/>
            <p:nvPr/>
          </p:nvSpPr>
          <p:spPr>
            <a:xfrm>
              <a:off x="3884079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1452;p24">
            <a:extLst>
              <a:ext uri="{FF2B5EF4-FFF2-40B4-BE49-F238E27FC236}">
                <a16:creationId xmlns:a16="http://schemas.microsoft.com/office/drawing/2014/main" id="{D6300AD4-22FC-198B-A4CA-C04BB822AEFE}"/>
              </a:ext>
            </a:extLst>
          </p:cNvPr>
          <p:cNvGrpSpPr/>
          <p:nvPr/>
        </p:nvGrpSpPr>
        <p:grpSpPr>
          <a:xfrm>
            <a:off x="4924777" y="1835824"/>
            <a:ext cx="590840" cy="682345"/>
            <a:chOff x="3662369" y="2223718"/>
            <a:chExt cx="436237" cy="503799"/>
          </a:xfrm>
        </p:grpSpPr>
        <p:sp>
          <p:nvSpPr>
            <p:cNvPr id="33" name="Google Shape;1453;p24">
              <a:extLst>
                <a:ext uri="{FF2B5EF4-FFF2-40B4-BE49-F238E27FC236}">
                  <a16:creationId xmlns:a16="http://schemas.microsoft.com/office/drawing/2014/main" id="{92ED74FA-5D0F-55A8-F960-7D7B0EE38B05}"/>
                </a:ext>
              </a:extLst>
            </p:cNvPr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54;p24">
              <a:extLst>
                <a:ext uri="{FF2B5EF4-FFF2-40B4-BE49-F238E27FC236}">
                  <a16:creationId xmlns:a16="http://schemas.microsoft.com/office/drawing/2014/main" id="{5F72FE12-51D5-CA6D-E7E0-F180BBB42D1E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55;p24">
              <a:extLst>
                <a:ext uri="{FF2B5EF4-FFF2-40B4-BE49-F238E27FC236}">
                  <a16:creationId xmlns:a16="http://schemas.microsoft.com/office/drawing/2014/main" id="{CAF4BF4C-827B-ED99-DC7C-542E9DF34B8A}"/>
                </a:ext>
              </a:extLst>
            </p:cNvPr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1456;p24">
            <a:extLst>
              <a:ext uri="{FF2B5EF4-FFF2-40B4-BE49-F238E27FC236}">
                <a16:creationId xmlns:a16="http://schemas.microsoft.com/office/drawing/2014/main" id="{C2BE274D-B2BB-FB22-1166-E1BE129F23C7}"/>
              </a:ext>
            </a:extLst>
          </p:cNvPr>
          <p:cNvGrpSpPr/>
          <p:nvPr/>
        </p:nvGrpSpPr>
        <p:grpSpPr>
          <a:xfrm>
            <a:off x="6227568" y="1082991"/>
            <a:ext cx="590840" cy="682345"/>
            <a:chOff x="3662369" y="2223718"/>
            <a:chExt cx="436237" cy="503799"/>
          </a:xfrm>
        </p:grpSpPr>
        <p:sp>
          <p:nvSpPr>
            <p:cNvPr id="37" name="Google Shape;1457;p24">
              <a:extLst>
                <a:ext uri="{FF2B5EF4-FFF2-40B4-BE49-F238E27FC236}">
                  <a16:creationId xmlns:a16="http://schemas.microsoft.com/office/drawing/2014/main" id="{8EFA4F51-4F1E-8B30-5BFD-0C9AE1F91C37}"/>
                </a:ext>
              </a:extLst>
            </p:cNvPr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58;p24">
              <a:extLst>
                <a:ext uri="{FF2B5EF4-FFF2-40B4-BE49-F238E27FC236}">
                  <a16:creationId xmlns:a16="http://schemas.microsoft.com/office/drawing/2014/main" id="{9B92D9CC-90D3-95A0-2257-03364088AA44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59;p24">
              <a:extLst>
                <a:ext uri="{FF2B5EF4-FFF2-40B4-BE49-F238E27FC236}">
                  <a16:creationId xmlns:a16="http://schemas.microsoft.com/office/drawing/2014/main" id="{124322D8-0568-64D9-7903-C00D096714E1}"/>
                </a:ext>
              </a:extLst>
            </p:cNvPr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1461;p24">
            <a:extLst>
              <a:ext uri="{FF2B5EF4-FFF2-40B4-BE49-F238E27FC236}">
                <a16:creationId xmlns:a16="http://schemas.microsoft.com/office/drawing/2014/main" id="{59238C9F-F80A-FCD3-6B05-813EC664CDDE}"/>
              </a:ext>
            </a:extLst>
          </p:cNvPr>
          <p:cNvSpPr txBox="1"/>
          <p:nvPr/>
        </p:nvSpPr>
        <p:spPr>
          <a:xfrm>
            <a:off x="1367770" y="2085670"/>
            <a:ext cx="1620727" cy="73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2"/>
                </a:solidFill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Integrate Ethereum's JSON RPC API Methods</a:t>
            </a:r>
            <a:endParaRPr b="1" dirty="0">
              <a:solidFill>
                <a:schemeClr val="lt2"/>
              </a:solidFill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  <p:sp>
        <p:nvSpPr>
          <p:cNvPr id="42" name="Google Shape;1461;p24">
            <a:extLst>
              <a:ext uri="{FF2B5EF4-FFF2-40B4-BE49-F238E27FC236}">
                <a16:creationId xmlns:a16="http://schemas.microsoft.com/office/drawing/2014/main" id="{E7949AD1-72DB-23CE-8709-3536FDCA1D75}"/>
              </a:ext>
            </a:extLst>
          </p:cNvPr>
          <p:cNvSpPr txBox="1"/>
          <p:nvPr/>
        </p:nvSpPr>
        <p:spPr>
          <a:xfrm>
            <a:off x="2602793" y="1536268"/>
            <a:ext cx="1752000" cy="537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2"/>
                </a:solidFill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Determine token transfer movement</a:t>
            </a:r>
            <a:endParaRPr b="1" dirty="0">
              <a:solidFill>
                <a:schemeClr val="lt2"/>
              </a:solidFill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  <p:sp>
        <p:nvSpPr>
          <p:cNvPr id="43" name="Google Shape;1461;p24">
            <a:extLst>
              <a:ext uri="{FF2B5EF4-FFF2-40B4-BE49-F238E27FC236}">
                <a16:creationId xmlns:a16="http://schemas.microsoft.com/office/drawing/2014/main" id="{1278D8C6-1238-7E1D-0A1B-F28322EB8EC6}"/>
              </a:ext>
            </a:extLst>
          </p:cNvPr>
          <p:cNvSpPr txBox="1"/>
          <p:nvPr/>
        </p:nvSpPr>
        <p:spPr>
          <a:xfrm>
            <a:off x="6163733" y="2557232"/>
            <a:ext cx="1681656" cy="680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2"/>
                </a:solidFill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Illustrate transactional token transfer graph</a:t>
            </a:r>
            <a:endParaRPr b="1" dirty="0">
              <a:solidFill>
                <a:schemeClr val="lt2"/>
              </a:solidFill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  <p:sp>
        <p:nvSpPr>
          <p:cNvPr id="44" name="Google Shape;1428;p24">
            <a:extLst>
              <a:ext uri="{FF2B5EF4-FFF2-40B4-BE49-F238E27FC236}">
                <a16:creationId xmlns:a16="http://schemas.microsoft.com/office/drawing/2014/main" id="{3BFD25E4-D647-A74A-B6D4-BE0116E872C9}"/>
              </a:ext>
            </a:extLst>
          </p:cNvPr>
          <p:cNvSpPr/>
          <p:nvPr/>
        </p:nvSpPr>
        <p:spPr>
          <a:xfrm rot="10800000">
            <a:off x="7857610" y="883644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" name="Google Shape;1429;p24">
            <a:extLst>
              <a:ext uri="{FF2B5EF4-FFF2-40B4-BE49-F238E27FC236}">
                <a16:creationId xmlns:a16="http://schemas.microsoft.com/office/drawing/2014/main" id="{0494496F-0B94-754F-716B-59FB68E5684E}"/>
              </a:ext>
            </a:extLst>
          </p:cNvPr>
          <p:cNvSpPr/>
          <p:nvPr/>
        </p:nvSpPr>
        <p:spPr>
          <a:xfrm rot="10800000">
            <a:off x="7857610" y="883644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46" name="Google Shape;1456;p24">
            <a:extLst>
              <a:ext uri="{FF2B5EF4-FFF2-40B4-BE49-F238E27FC236}">
                <a16:creationId xmlns:a16="http://schemas.microsoft.com/office/drawing/2014/main" id="{117C6FBE-E09B-061C-292E-FC212A7D6EA5}"/>
              </a:ext>
            </a:extLst>
          </p:cNvPr>
          <p:cNvGrpSpPr/>
          <p:nvPr/>
        </p:nvGrpSpPr>
        <p:grpSpPr>
          <a:xfrm>
            <a:off x="7573844" y="330497"/>
            <a:ext cx="590840" cy="682345"/>
            <a:chOff x="3662369" y="2223718"/>
            <a:chExt cx="436237" cy="503799"/>
          </a:xfrm>
        </p:grpSpPr>
        <p:sp>
          <p:nvSpPr>
            <p:cNvPr id="47" name="Google Shape;1457;p24">
              <a:extLst>
                <a:ext uri="{FF2B5EF4-FFF2-40B4-BE49-F238E27FC236}">
                  <a16:creationId xmlns:a16="http://schemas.microsoft.com/office/drawing/2014/main" id="{BCF88343-84E8-0277-0799-549EB841778C}"/>
                </a:ext>
              </a:extLst>
            </p:cNvPr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58;p24">
              <a:extLst>
                <a:ext uri="{FF2B5EF4-FFF2-40B4-BE49-F238E27FC236}">
                  <a16:creationId xmlns:a16="http://schemas.microsoft.com/office/drawing/2014/main" id="{5667BF45-4573-EC43-0102-CCAB9293E2E8}"/>
                </a:ext>
              </a:extLst>
            </p:cNvPr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59;p24">
              <a:extLst>
                <a:ext uri="{FF2B5EF4-FFF2-40B4-BE49-F238E27FC236}">
                  <a16:creationId xmlns:a16="http://schemas.microsoft.com/office/drawing/2014/main" id="{4D920D2E-385B-1CFA-10DB-7C57107B6C1D}"/>
                </a:ext>
              </a:extLst>
            </p:cNvPr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1461;p24">
            <a:extLst>
              <a:ext uri="{FF2B5EF4-FFF2-40B4-BE49-F238E27FC236}">
                <a16:creationId xmlns:a16="http://schemas.microsoft.com/office/drawing/2014/main" id="{F455B504-0276-034E-5C28-F7433139DEAE}"/>
              </a:ext>
            </a:extLst>
          </p:cNvPr>
          <p:cNvSpPr txBox="1"/>
          <p:nvPr/>
        </p:nvSpPr>
        <p:spPr>
          <a:xfrm>
            <a:off x="5026143" y="3250570"/>
            <a:ext cx="1073355" cy="48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2"/>
                </a:solidFill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Validation of Results</a:t>
            </a:r>
            <a:endParaRPr b="1" dirty="0">
              <a:solidFill>
                <a:schemeClr val="lt2"/>
              </a:solidFill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  <p:sp>
        <p:nvSpPr>
          <p:cNvPr id="51" name="Google Shape;1461;p24">
            <a:extLst>
              <a:ext uri="{FF2B5EF4-FFF2-40B4-BE49-F238E27FC236}">
                <a16:creationId xmlns:a16="http://schemas.microsoft.com/office/drawing/2014/main" id="{4E9425D3-B583-D431-E5D5-6764D69F92FA}"/>
              </a:ext>
            </a:extLst>
          </p:cNvPr>
          <p:cNvSpPr txBox="1"/>
          <p:nvPr/>
        </p:nvSpPr>
        <p:spPr>
          <a:xfrm>
            <a:off x="7599008" y="1833181"/>
            <a:ext cx="1485489" cy="656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2"/>
                </a:solidFill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Identify suspicious transactions</a:t>
            </a:r>
            <a:endParaRPr b="1" dirty="0">
              <a:solidFill>
                <a:schemeClr val="lt2"/>
              </a:solidFill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  <p:sp>
        <p:nvSpPr>
          <p:cNvPr id="52" name="Google Shape;1461;p24">
            <a:extLst>
              <a:ext uri="{FF2B5EF4-FFF2-40B4-BE49-F238E27FC236}">
                <a16:creationId xmlns:a16="http://schemas.microsoft.com/office/drawing/2014/main" id="{DCAC140D-75A4-0F69-95A8-5F85C441D66E}"/>
              </a:ext>
            </a:extLst>
          </p:cNvPr>
          <p:cNvSpPr txBox="1"/>
          <p:nvPr/>
        </p:nvSpPr>
        <p:spPr>
          <a:xfrm>
            <a:off x="245533" y="2781626"/>
            <a:ext cx="1228531" cy="74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2"/>
                </a:solidFill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Create a development environment</a:t>
            </a:r>
            <a:endParaRPr b="1" dirty="0">
              <a:solidFill>
                <a:schemeClr val="lt2"/>
              </a:solidFill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DD88D-E37F-3799-88CD-5A5AD9E3996F}"/>
              </a:ext>
            </a:extLst>
          </p:cNvPr>
          <p:cNvSpPr txBox="1"/>
          <p:nvPr/>
        </p:nvSpPr>
        <p:spPr>
          <a:xfrm>
            <a:off x="3102523" y="172002"/>
            <a:ext cx="28284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694C301-300A-2EF4-5DF0-244473DFD8BC}"/>
              </a:ext>
            </a:extLst>
          </p:cNvPr>
          <p:cNvSpPr/>
          <p:nvPr/>
        </p:nvSpPr>
        <p:spPr>
          <a:xfrm>
            <a:off x="2423850" y="3490459"/>
            <a:ext cx="403474" cy="388336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B63A224-30FB-B241-303A-5A7DC6A7C66F}"/>
              </a:ext>
            </a:extLst>
          </p:cNvPr>
          <p:cNvSpPr/>
          <p:nvPr/>
        </p:nvSpPr>
        <p:spPr>
          <a:xfrm>
            <a:off x="1115901" y="4242903"/>
            <a:ext cx="403474" cy="388336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196BEC-2227-D676-4ED9-C3B1E53ED89B}"/>
              </a:ext>
            </a:extLst>
          </p:cNvPr>
          <p:cNvSpPr/>
          <p:nvPr/>
        </p:nvSpPr>
        <p:spPr>
          <a:xfrm>
            <a:off x="3725190" y="2735772"/>
            <a:ext cx="403474" cy="388336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DBE1FC8-0959-90B0-C7B9-3F20300AFA27}"/>
              </a:ext>
            </a:extLst>
          </p:cNvPr>
          <p:cNvSpPr/>
          <p:nvPr/>
        </p:nvSpPr>
        <p:spPr>
          <a:xfrm>
            <a:off x="5026144" y="1982856"/>
            <a:ext cx="403474" cy="388336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4BCC6B7-618F-33E8-E594-02B7FC8D98D8}"/>
              </a:ext>
            </a:extLst>
          </p:cNvPr>
          <p:cNvSpPr/>
          <p:nvPr/>
        </p:nvSpPr>
        <p:spPr>
          <a:xfrm>
            <a:off x="6330766" y="1219872"/>
            <a:ext cx="403474" cy="388336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56C4591-4A14-E5D8-D32A-CFE0BD7066CF}"/>
              </a:ext>
            </a:extLst>
          </p:cNvPr>
          <p:cNvSpPr/>
          <p:nvPr/>
        </p:nvSpPr>
        <p:spPr>
          <a:xfrm>
            <a:off x="7677042" y="459479"/>
            <a:ext cx="403474" cy="388336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F9A6A2-F13C-50A6-2C43-7115F45E656C}"/>
              </a:ext>
            </a:extLst>
          </p:cNvPr>
          <p:cNvSpPr txBox="1"/>
          <p:nvPr/>
        </p:nvSpPr>
        <p:spPr>
          <a:xfrm>
            <a:off x="339222" y="549289"/>
            <a:ext cx="84655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The aim of this project is to </a:t>
            </a:r>
            <a:r>
              <a:rPr lang="en-GB" sz="2000" u="sng" dirty="0">
                <a:ln w="0"/>
                <a:solidFill>
                  <a:schemeClr val="accent4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implement Ethereum's JSON-RPC API methods</a:t>
            </a:r>
            <a:r>
              <a:rPr lang="en-GB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&amp; </a:t>
            </a:r>
            <a:r>
              <a:rPr lang="en-GB" sz="2000" u="sng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validate the retrieved ERC-20 token transaction logs</a:t>
            </a:r>
            <a:r>
              <a:rPr lang="en-GB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. Additionally, </a:t>
            </a:r>
            <a:r>
              <a:rPr lang="en-GB" sz="2000" u="sng" dirty="0">
                <a:ln w="0"/>
                <a:solidFill>
                  <a:schemeClr val="accent5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analyse these transaction logs to identify patterns indicative of money laundering</a:t>
            </a:r>
            <a:r>
              <a:rPr lang="en-GB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.</a:t>
            </a:r>
            <a:endParaRPr lang="en-GB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E5DEBC-1732-5146-B816-F8391343C4E8}"/>
              </a:ext>
            </a:extLst>
          </p:cNvPr>
          <p:cNvSpPr txBox="1"/>
          <p:nvPr/>
        </p:nvSpPr>
        <p:spPr>
          <a:xfrm>
            <a:off x="3112093" y="166063"/>
            <a:ext cx="28284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Aim</a:t>
            </a:r>
          </a:p>
        </p:txBody>
      </p:sp>
    </p:spTree>
    <p:extLst>
      <p:ext uri="{BB962C8B-B14F-4D97-AF65-F5344CB8AC3E}">
        <p14:creationId xmlns:p14="http://schemas.microsoft.com/office/powerpoint/2010/main" val="260895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41" grpId="0"/>
      <p:bldP spid="42" grpId="0"/>
      <p:bldP spid="43" grpId="0"/>
      <p:bldP spid="44" grpId="0" animBg="1"/>
      <p:bldP spid="45" grpId="0" animBg="1"/>
      <p:bldP spid="50" grpId="0"/>
      <p:bldP spid="51" grpId="0"/>
      <p:bldP spid="52" grpId="0"/>
      <p:bldP spid="2" grpId="0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/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133" y="93133"/>
            <a:ext cx="8966200" cy="49826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4BE6CE4B-53F4-49C6-86FB-7C01DCBBB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19" y="716916"/>
            <a:ext cx="3253316" cy="898399"/>
          </a:xfrm>
          <a:prstGeom prst="rect">
            <a:avLst/>
          </a:prstGeom>
          <a:ln w="19050" cap="sq">
            <a:solidFill>
              <a:schemeClr val="accent4">
                <a:lumMod val="2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QuickNode | Sponsor | Consensus 2023 | CoinDesk">
            <a:extLst>
              <a:ext uri="{FF2B5EF4-FFF2-40B4-BE49-F238E27FC236}">
                <a16:creationId xmlns:a16="http://schemas.microsoft.com/office/drawing/2014/main" id="{C362024D-74BC-76C0-7060-918D340E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19" y="2447384"/>
            <a:ext cx="3253316" cy="2439987"/>
          </a:xfrm>
          <a:prstGeom prst="rect">
            <a:avLst/>
          </a:prstGeom>
          <a:ln w="19050" cap="sq">
            <a:solidFill>
              <a:schemeClr val="accent4">
                <a:lumMod val="2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70A0CB-2239-C76E-0A5D-B3859C651C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2600" y="3108078"/>
            <a:ext cx="4572000" cy="1785644"/>
          </a:xfrm>
          <a:prstGeom prst="rect">
            <a:avLst/>
          </a:prstGeom>
          <a:ln w="19050">
            <a:solidFill>
              <a:schemeClr val="accent4">
                <a:lumMod val="25000"/>
              </a:schemeClr>
            </a:solidFill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69BE0AF-BDE6-6E63-5D75-9F872BFE7956}"/>
              </a:ext>
            </a:extLst>
          </p:cNvPr>
          <p:cNvSpPr txBox="1">
            <a:spLocks/>
          </p:cNvSpPr>
          <p:nvPr/>
        </p:nvSpPr>
        <p:spPr>
          <a:xfrm>
            <a:off x="613519" y="1617187"/>
            <a:ext cx="3253316" cy="478070"/>
          </a:xfrm>
          <a:prstGeom prst="rect">
            <a:avLst/>
          </a:prstGeom>
          <a:ln w="19050">
            <a:solidFill>
              <a:schemeClr val="accent4">
                <a:lumMod val="2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pPr marL="457200">
              <a:lnSpc>
                <a:spcPct val="102000"/>
              </a:lnSpc>
            </a:pPr>
            <a:r>
              <a:rPr lang="en-GB" sz="2000" b="1" kern="150" dirty="0">
                <a:latin typeface="Abadi" panose="020F0502020204030204" pitchFamily="34" charset="0"/>
                <a:ea typeface="Aptos" panose="020B0004020202020204" pitchFamily="34" charset="0"/>
                <a:cs typeface="Abadi" panose="020F0502020204030204" pitchFamily="34" charset="0"/>
              </a:rPr>
              <a:t>Web3.py</a:t>
            </a:r>
            <a:endParaRPr lang="en-GB" sz="2000" dirty="0">
              <a:latin typeface="Abadi" panose="020F0502020204030204" pitchFamily="34" charset="0"/>
              <a:cs typeface="Abad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140D4C3-A3E3-FB7F-1295-F68320A2200D}"/>
              </a:ext>
            </a:extLst>
          </p:cNvPr>
          <p:cNvSpPr txBox="1">
            <a:spLocks/>
          </p:cNvSpPr>
          <p:nvPr/>
        </p:nvSpPr>
        <p:spPr>
          <a:xfrm>
            <a:off x="5772925" y="1649965"/>
            <a:ext cx="2757555" cy="477055"/>
          </a:xfrm>
          <a:prstGeom prst="rect">
            <a:avLst/>
          </a:prstGeom>
          <a:noFill/>
          <a:ln w="19050">
            <a:solidFill>
              <a:schemeClr val="accent4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pPr marL="457200" algn="l">
              <a:lnSpc>
                <a:spcPct val="102000"/>
              </a:lnSpc>
            </a:pPr>
            <a:r>
              <a:rPr lang="en-GB" sz="2000" b="1" kern="150" dirty="0"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Dash </a:t>
            </a:r>
            <a:r>
              <a:rPr lang="en-GB" sz="2000" b="1" kern="150" dirty="0" err="1"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Cytoscape</a:t>
            </a:r>
            <a:endParaRPr lang="en-GB" sz="2000" dirty="0">
              <a:latin typeface="Abadi" panose="020B0604020104020204" pitchFamily="34" charset="0"/>
            </a:endParaRPr>
          </a:p>
        </p:txBody>
      </p:sp>
      <p:pic>
        <p:nvPicPr>
          <p:cNvPr id="1026" name="Picture 2" descr="Plotly - Wikipedia">
            <a:extLst>
              <a:ext uri="{FF2B5EF4-FFF2-40B4-BE49-F238E27FC236}">
                <a16:creationId xmlns:a16="http://schemas.microsoft.com/office/drawing/2014/main" id="{7DA18765-82F6-2063-940F-192F28DD0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926" y="716916"/>
            <a:ext cx="2757555" cy="920143"/>
          </a:xfrm>
          <a:prstGeom prst="rect">
            <a:avLst/>
          </a:prstGeom>
          <a:ln w="19050" cap="sq">
            <a:solidFill>
              <a:schemeClr val="accent4">
                <a:lumMod val="2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5140CA-5CB3-E951-3244-A510A642F062}"/>
              </a:ext>
            </a:extLst>
          </p:cNvPr>
          <p:cNvSpPr txBox="1"/>
          <p:nvPr/>
        </p:nvSpPr>
        <p:spPr>
          <a:xfrm>
            <a:off x="1609561" y="163143"/>
            <a:ext cx="54362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57234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-158808" y="4832141"/>
            <a:ext cx="8966200" cy="49826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0B3021-DA04-141C-F3FC-5492C8EE172F}"/>
              </a:ext>
            </a:extLst>
          </p:cNvPr>
          <p:cNvSpPr txBox="1">
            <a:spLocks/>
          </p:cNvSpPr>
          <p:nvPr/>
        </p:nvSpPr>
        <p:spPr>
          <a:xfrm>
            <a:off x="-367902" y="680813"/>
            <a:ext cx="3564467" cy="171131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>
              <a:lnSpc>
                <a:spcPct val="102000"/>
              </a:lnSpc>
            </a:pPr>
            <a: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JSON RPC API methods</a:t>
            </a:r>
            <a:b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eth_getTransactionByHash</a:t>
            </a:r>
            <a:b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800" kern="150" dirty="0" err="1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eth_getTransactionReceipt</a:t>
            </a:r>
            <a:endParaRPr lang="en-GB" sz="1800" kern="150" dirty="0">
              <a:ln w="0"/>
              <a:solidFill>
                <a:schemeClr val="tx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2000"/>
              </a:lnSpc>
            </a:pPr>
            <a:r>
              <a:rPr lang="en-GB" sz="1800" kern="150" dirty="0" err="1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eth_getLogs</a:t>
            </a:r>
            <a: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18661-25DA-D731-6EF1-556A35CE708C}"/>
              </a:ext>
            </a:extLst>
          </p:cNvPr>
          <p:cNvSpPr txBox="1"/>
          <p:nvPr/>
        </p:nvSpPr>
        <p:spPr>
          <a:xfrm>
            <a:off x="1609561" y="163143"/>
            <a:ext cx="54362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Analysis &amp; Results</a:t>
            </a:r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009611D-9E45-8138-7C9A-F032B834B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869" y="672245"/>
            <a:ext cx="6253494" cy="3882641"/>
          </a:xfrm>
          <a:prstGeom prst="rect">
            <a:avLst/>
          </a:prstGeom>
          <a:ln w="19050">
            <a:solidFill>
              <a:schemeClr val="accent4">
                <a:lumMod val="25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EDFFD2-AA64-8EC6-00AA-3B831B2BC324}"/>
              </a:ext>
            </a:extLst>
          </p:cNvPr>
          <p:cNvSpPr txBox="1"/>
          <p:nvPr/>
        </p:nvSpPr>
        <p:spPr>
          <a:xfrm>
            <a:off x="2303052" y="4322578"/>
            <a:ext cx="1842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F65EF75-75D7-A73C-D0E1-AACD7340FA75}"/>
              </a:ext>
            </a:extLst>
          </p:cNvPr>
          <p:cNvSpPr/>
          <p:nvPr/>
        </p:nvSpPr>
        <p:spPr>
          <a:xfrm>
            <a:off x="6877958" y="140529"/>
            <a:ext cx="2117705" cy="43672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Transaction Hash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F80C0E-EAAA-36E1-BED5-6496F1F3715E}"/>
              </a:ext>
            </a:extLst>
          </p:cNvPr>
          <p:cNvSpPr txBox="1"/>
          <p:nvPr/>
        </p:nvSpPr>
        <p:spPr>
          <a:xfrm>
            <a:off x="4236246" y="4614190"/>
            <a:ext cx="2986715" cy="276999"/>
          </a:xfrm>
          <a:prstGeom prst="rect">
            <a:avLst/>
          </a:prstGeom>
          <a:ln w="6350">
            <a:solidFill>
              <a:schemeClr val="accent4">
                <a:lumMod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ERC – 20 Token Transaction Logs </a:t>
            </a:r>
          </a:p>
        </p:txBody>
      </p:sp>
      <p:pic>
        <p:nvPicPr>
          <p:cNvPr id="2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9A4CBE8-485C-3339-E228-7CF79B6F71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613" b="11526"/>
          <a:stretch/>
        </p:blipFill>
        <p:spPr>
          <a:xfrm>
            <a:off x="301236" y="672245"/>
            <a:ext cx="8541527" cy="3280628"/>
          </a:xfrm>
          <a:prstGeom prst="rect">
            <a:avLst/>
          </a:prstGeom>
          <a:ln w="19050">
            <a:solidFill>
              <a:schemeClr val="accent4">
                <a:lumMod val="25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E3194B-6E1E-C77E-93D8-EBE38B07C823}"/>
              </a:ext>
            </a:extLst>
          </p:cNvPr>
          <p:cNvCxnSpPr>
            <a:cxnSpLocks/>
            <a:stCxn id="39" idx="4"/>
            <a:endCxn id="14" idx="3"/>
          </p:cNvCxnSpPr>
          <p:nvPr/>
        </p:nvCxnSpPr>
        <p:spPr>
          <a:xfrm flipH="1">
            <a:off x="7407667" y="577257"/>
            <a:ext cx="529144" cy="302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8D47225-1570-CB7C-B526-D2F86D0EEE89}"/>
              </a:ext>
            </a:extLst>
          </p:cNvPr>
          <p:cNvSpPr/>
          <p:nvPr/>
        </p:nvSpPr>
        <p:spPr>
          <a:xfrm>
            <a:off x="342387" y="757175"/>
            <a:ext cx="7065280" cy="245935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D89113-AC5B-EC0B-DCC1-6FD6CAC007D9}"/>
              </a:ext>
            </a:extLst>
          </p:cNvPr>
          <p:cNvSpPr/>
          <p:nvPr/>
        </p:nvSpPr>
        <p:spPr>
          <a:xfrm>
            <a:off x="342387" y="1561785"/>
            <a:ext cx="4578934" cy="215591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406530-5793-3382-B540-5D73547AA4FB}"/>
              </a:ext>
            </a:extLst>
          </p:cNvPr>
          <p:cNvCxnSpPr>
            <a:cxnSpLocks/>
          </p:cNvCxnSpPr>
          <p:nvPr/>
        </p:nvCxnSpPr>
        <p:spPr>
          <a:xfrm flipV="1">
            <a:off x="471263" y="1777376"/>
            <a:ext cx="0" cy="827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4366796-EF41-D3C2-4675-2E58E42E07CB}"/>
              </a:ext>
            </a:extLst>
          </p:cNvPr>
          <p:cNvSpPr/>
          <p:nvPr/>
        </p:nvSpPr>
        <p:spPr>
          <a:xfrm>
            <a:off x="350938" y="2406282"/>
            <a:ext cx="1103681" cy="43672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985EA2-6CEF-BECC-3608-C0811BBD0E57}"/>
              </a:ext>
            </a:extLst>
          </p:cNvPr>
          <p:cNvSpPr/>
          <p:nvPr/>
        </p:nvSpPr>
        <p:spPr>
          <a:xfrm>
            <a:off x="5129424" y="1563660"/>
            <a:ext cx="3571523" cy="213716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3B170-F7BA-29B6-E565-2712FA492DDA}"/>
              </a:ext>
            </a:extLst>
          </p:cNvPr>
          <p:cNvSpPr/>
          <p:nvPr/>
        </p:nvSpPr>
        <p:spPr>
          <a:xfrm>
            <a:off x="7476286" y="2435835"/>
            <a:ext cx="1257149" cy="43672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Receiver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9E9B15-B270-36BD-6AA1-E44241EEF35B}"/>
              </a:ext>
            </a:extLst>
          </p:cNvPr>
          <p:cNvCxnSpPr>
            <a:cxnSpLocks/>
            <a:stCxn id="28" idx="7"/>
          </p:cNvCxnSpPr>
          <p:nvPr/>
        </p:nvCxnSpPr>
        <p:spPr>
          <a:xfrm flipV="1">
            <a:off x="8549330" y="1777376"/>
            <a:ext cx="0" cy="722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0C796AA-EB63-9122-64AB-C06F7C1B3A26}"/>
              </a:ext>
            </a:extLst>
          </p:cNvPr>
          <p:cNvSpPr/>
          <p:nvPr/>
        </p:nvSpPr>
        <p:spPr>
          <a:xfrm>
            <a:off x="684386" y="1753938"/>
            <a:ext cx="3038153" cy="20216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0C43289-6984-427C-0A37-50D72412EA56}"/>
              </a:ext>
            </a:extLst>
          </p:cNvPr>
          <p:cNvSpPr/>
          <p:nvPr/>
        </p:nvSpPr>
        <p:spPr>
          <a:xfrm>
            <a:off x="1634706" y="2435835"/>
            <a:ext cx="2117705" cy="43672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 Amount &amp; Symbol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5D9E64-34A3-C478-8927-7E7E396280D5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693559" y="1956103"/>
            <a:ext cx="0" cy="47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3B13630-C39A-9511-EFFD-51F0C9B1EB6C}"/>
              </a:ext>
            </a:extLst>
          </p:cNvPr>
          <p:cNvSpPr/>
          <p:nvPr/>
        </p:nvSpPr>
        <p:spPr>
          <a:xfrm>
            <a:off x="4862475" y="2435835"/>
            <a:ext cx="1454653" cy="43672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Contract Address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0494FA-AC73-BFA4-486F-1B23428D53E6}"/>
              </a:ext>
            </a:extLst>
          </p:cNvPr>
          <p:cNvCxnSpPr>
            <a:cxnSpLocks/>
          </p:cNvCxnSpPr>
          <p:nvPr/>
        </p:nvCxnSpPr>
        <p:spPr>
          <a:xfrm flipV="1">
            <a:off x="5566076" y="1956102"/>
            <a:ext cx="0" cy="47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A89CD088-C1B7-04C1-0C56-5BD3766128C2}"/>
              </a:ext>
            </a:extLst>
          </p:cNvPr>
          <p:cNvSpPr/>
          <p:nvPr/>
        </p:nvSpPr>
        <p:spPr>
          <a:xfrm>
            <a:off x="4082262" y="1753937"/>
            <a:ext cx="4258963" cy="20216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4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9" grpId="0" animBg="1"/>
      <p:bldP spid="39" grpId="1" animBg="1"/>
      <p:bldP spid="49" grpId="0" animBg="1"/>
      <p:bldP spid="14" grpId="0" animBg="1"/>
      <p:bldP spid="14" grpId="1" animBg="1"/>
      <p:bldP spid="23" grpId="0" animBg="1"/>
      <p:bldP spid="23" grpId="1" animBg="1"/>
      <p:bldP spid="25" grpId="0" animBg="1"/>
      <p:bldP spid="25" grpId="1" animBg="1"/>
      <p:bldP spid="27" grpId="0" animBg="1"/>
      <p:bldP spid="27" grpId="1" animBg="1"/>
      <p:bldP spid="28" grpId="0" animBg="1"/>
      <p:bldP spid="28" grpId="1" animBg="1"/>
      <p:bldP spid="33" grpId="0" animBg="1"/>
      <p:bldP spid="34" grpId="0" animBg="1"/>
      <p:bldP spid="43" grpId="0" animBg="1"/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133" y="252311"/>
            <a:ext cx="8966200" cy="49826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C4B0E98-5F5F-7641-56D3-4D30FAE2C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887" y="609600"/>
            <a:ext cx="6206594" cy="3853087"/>
          </a:xfrm>
          <a:prstGeom prst="rect">
            <a:avLst/>
          </a:prstGeom>
          <a:ln w="19050">
            <a:solidFill>
              <a:schemeClr val="accent4">
                <a:lumMod val="25000"/>
              </a:schemeClr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9F10704-4CB0-0BAE-BCE0-3AA8B4E581B3}"/>
              </a:ext>
            </a:extLst>
          </p:cNvPr>
          <p:cNvSpPr txBox="1">
            <a:spLocks/>
          </p:cNvSpPr>
          <p:nvPr/>
        </p:nvSpPr>
        <p:spPr>
          <a:xfrm>
            <a:off x="-367902" y="680813"/>
            <a:ext cx="3564467" cy="171131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>
              <a:lnSpc>
                <a:spcPct val="102000"/>
              </a:lnSpc>
            </a:pPr>
            <a: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JSON RPC API methods</a:t>
            </a:r>
            <a:b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eth_getTransactionByHash</a:t>
            </a:r>
            <a:b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800" kern="150" dirty="0" err="1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eth_getTransactionReceipt</a:t>
            </a:r>
            <a:endParaRPr lang="en-GB" sz="1800" kern="150" dirty="0">
              <a:ln w="0"/>
              <a:solidFill>
                <a:schemeClr val="tx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2000"/>
              </a:lnSpc>
            </a:pPr>
            <a:r>
              <a:rPr lang="en-GB" sz="1800" kern="150" dirty="0" err="1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eth_getLogs</a:t>
            </a:r>
            <a:r>
              <a:rPr lang="en-GB" sz="1800" kern="15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br>
              <a:rPr lang="en-GB" sz="1800" kern="15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8E3C77-821C-E48A-EA27-0B7E56DCE8C9}"/>
              </a:ext>
            </a:extLst>
          </p:cNvPr>
          <p:cNvSpPr/>
          <p:nvPr/>
        </p:nvSpPr>
        <p:spPr>
          <a:xfrm>
            <a:off x="2736887" y="1750423"/>
            <a:ext cx="6067479" cy="2125847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62F0C1-796F-FF26-4305-778B1EC18A28}"/>
              </a:ext>
            </a:extLst>
          </p:cNvPr>
          <p:cNvSpPr/>
          <p:nvPr/>
        </p:nvSpPr>
        <p:spPr>
          <a:xfrm>
            <a:off x="526736" y="2595258"/>
            <a:ext cx="1776548" cy="51359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25000"/>
                  </a:schemeClr>
                </a:solidFill>
              </a:rPr>
              <a:t>Transactional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6B4DAF-5AD8-E6B9-4B04-C1611FAAB9EC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2303284" y="2852057"/>
            <a:ext cx="4336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4743F83-1C5C-94E8-E3A1-9C47626633D7}"/>
              </a:ext>
            </a:extLst>
          </p:cNvPr>
          <p:cNvSpPr txBox="1"/>
          <p:nvPr/>
        </p:nvSpPr>
        <p:spPr>
          <a:xfrm>
            <a:off x="4232064" y="4533900"/>
            <a:ext cx="3246402" cy="276999"/>
          </a:xfrm>
          <a:prstGeom prst="rect">
            <a:avLst/>
          </a:prstGeom>
          <a:ln w="6350">
            <a:solidFill>
              <a:schemeClr val="accent4">
                <a:lumMod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Token Transaction Logs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5D5EC7-E742-FAAE-3701-59BD89AD661E}"/>
              </a:ext>
            </a:extLst>
          </p:cNvPr>
          <p:cNvSpPr/>
          <p:nvPr/>
        </p:nvSpPr>
        <p:spPr>
          <a:xfrm>
            <a:off x="709718" y="3898831"/>
            <a:ext cx="1320402" cy="45002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Validated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470565-8655-4196-248C-2463AC0FBDCA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2030120" y="4137528"/>
            <a:ext cx="7067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2FDBEE2-AAA6-E4E8-7B77-FE9BC1DD94D6}"/>
              </a:ext>
            </a:extLst>
          </p:cNvPr>
          <p:cNvSpPr/>
          <p:nvPr/>
        </p:nvSpPr>
        <p:spPr>
          <a:xfrm>
            <a:off x="2736887" y="4027773"/>
            <a:ext cx="3984172" cy="219511"/>
          </a:xfrm>
          <a:prstGeom prst="rect">
            <a:avLst/>
          </a:prstGeom>
          <a:noFill/>
          <a:ln w="28575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6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8" grpId="1" animBg="1"/>
      <p:bldP spid="8" grpId="2" animBg="1"/>
      <p:bldP spid="22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133" y="93133"/>
            <a:ext cx="8966200" cy="49826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network&#10;&#10;Description automatically generated">
            <a:extLst>
              <a:ext uri="{FF2B5EF4-FFF2-40B4-BE49-F238E27FC236}">
                <a16:creationId xmlns:a16="http://schemas.microsoft.com/office/drawing/2014/main" id="{884C7496-27B3-EAB5-AE4A-9A9B46885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831" y="93133"/>
            <a:ext cx="8778239" cy="49572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D8894C-1772-67D3-771F-A27DF038BD36}"/>
              </a:ext>
            </a:extLst>
          </p:cNvPr>
          <p:cNvSpPr txBox="1"/>
          <p:nvPr/>
        </p:nvSpPr>
        <p:spPr>
          <a:xfrm>
            <a:off x="6755131" y="4786068"/>
            <a:ext cx="2198038" cy="2769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Transfer Graph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7C0F765-7F4B-29C5-5EC1-834A0C928F8B}"/>
              </a:ext>
            </a:extLst>
          </p:cNvPr>
          <p:cNvSpPr/>
          <p:nvPr/>
        </p:nvSpPr>
        <p:spPr>
          <a:xfrm>
            <a:off x="190831" y="3064309"/>
            <a:ext cx="990269" cy="345641"/>
          </a:xfrm>
          <a:prstGeom prst="ellipse">
            <a:avLst/>
          </a:prstGeom>
          <a:noFill/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023835-BC7B-E5F5-441A-821582393087}"/>
              </a:ext>
            </a:extLst>
          </p:cNvPr>
          <p:cNvSpPr/>
          <p:nvPr/>
        </p:nvSpPr>
        <p:spPr>
          <a:xfrm>
            <a:off x="7575550" y="3007159"/>
            <a:ext cx="1263650" cy="536141"/>
          </a:xfrm>
          <a:prstGeom prst="ellipse">
            <a:avLst/>
          </a:prstGeom>
          <a:noFill/>
          <a:ln w="28575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D6D7AB-FEEC-F58B-A5D0-C0FB7470CF8B}"/>
              </a:ext>
            </a:extLst>
          </p:cNvPr>
          <p:cNvSpPr/>
          <p:nvPr/>
        </p:nvSpPr>
        <p:spPr>
          <a:xfrm>
            <a:off x="1924050" y="2873809"/>
            <a:ext cx="1263650" cy="1075891"/>
          </a:xfrm>
          <a:prstGeom prst="ellipse">
            <a:avLst/>
          </a:prstGeom>
          <a:noFill/>
          <a:ln w="2857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9620C4-D823-F3CC-9371-205ABB677407}"/>
              </a:ext>
            </a:extLst>
          </p:cNvPr>
          <p:cNvSpPr/>
          <p:nvPr/>
        </p:nvSpPr>
        <p:spPr>
          <a:xfrm>
            <a:off x="5689600" y="2872004"/>
            <a:ext cx="1263650" cy="1075891"/>
          </a:xfrm>
          <a:prstGeom prst="ellipse">
            <a:avLst/>
          </a:prstGeom>
          <a:noFill/>
          <a:ln w="2857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7104FF-4B5E-6B97-0DF4-F4F614AFCC97}"/>
              </a:ext>
            </a:extLst>
          </p:cNvPr>
          <p:cNvSpPr/>
          <p:nvPr/>
        </p:nvSpPr>
        <p:spPr>
          <a:xfrm>
            <a:off x="3745276" y="2622551"/>
            <a:ext cx="1322024" cy="1670050"/>
          </a:xfrm>
          <a:prstGeom prst="ellipse">
            <a:avLst/>
          </a:prstGeom>
          <a:noFill/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CB5012-30D1-EEE9-A2F8-7CE2A45755F9}"/>
              </a:ext>
            </a:extLst>
          </p:cNvPr>
          <p:cNvSpPr/>
          <p:nvPr/>
        </p:nvSpPr>
        <p:spPr>
          <a:xfrm>
            <a:off x="190831" y="4011794"/>
            <a:ext cx="1103681" cy="43672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7DD774-08A8-FACF-CE21-7E302C41CD64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742672" y="3416491"/>
            <a:ext cx="0" cy="595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CB87D5C-C5A3-4B7B-EE6F-8907ED1B45F5}"/>
              </a:ext>
            </a:extLst>
          </p:cNvPr>
          <p:cNvSpPr/>
          <p:nvPr/>
        </p:nvSpPr>
        <p:spPr>
          <a:xfrm>
            <a:off x="7582051" y="4087585"/>
            <a:ext cx="1257149" cy="43672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Receiver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DA9BB9-B81F-48CC-4E6B-79B0998C6496}"/>
              </a:ext>
            </a:extLst>
          </p:cNvPr>
          <p:cNvCxnSpPr>
            <a:cxnSpLocks/>
          </p:cNvCxnSpPr>
          <p:nvPr/>
        </p:nvCxnSpPr>
        <p:spPr>
          <a:xfrm flipV="1">
            <a:off x="8550618" y="3499437"/>
            <a:ext cx="0" cy="595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4D607E2-A5B3-182F-D389-9EAC47931C7F}"/>
              </a:ext>
            </a:extLst>
          </p:cNvPr>
          <p:cNvSpPr/>
          <p:nvPr/>
        </p:nvSpPr>
        <p:spPr>
          <a:xfrm>
            <a:off x="3379429" y="4524313"/>
            <a:ext cx="2117705" cy="43672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 Amount &amp; Symbol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D38280-D5AF-02D2-AB84-7AFE676B10AC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4987773" y="3947895"/>
            <a:ext cx="1333652" cy="604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6AE6CD-D6B8-F1C3-B5D5-5E97DF4A088A}"/>
              </a:ext>
            </a:extLst>
          </p:cNvPr>
          <p:cNvCxnSpPr>
            <a:cxnSpLocks/>
            <a:endCxn id="7" idx="4"/>
          </p:cNvCxnSpPr>
          <p:nvPr/>
        </p:nvCxnSpPr>
        <p:spPr>
          <a:xfrm flipH="1" flipV="1">
            <a:off x="2555875" y="3949700"/>
            <a:ext cx="1189401" cy="618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D807BAB-B4A6-0BFF-FFFC-91F7C60FE104}"/>
              </a:ext>
            </a:extLst>
          </p:cNvPr>
          <p:cNvSpPr/>
          <p:nvPr/>
        </p:nvSpPr>
        <p:spPr>
          <a:xfrm>
            <a:off x="4665849" y="1866242"/>
            <a:ext cx="2117705" cy="43672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Transaction Hash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C915F6-D12E-6416-4107-9E18E964F1FF}"/>
              </a:ext>
            </a:extLst>
          </p:cNvPr>
          <p:cNvCxnSpPr>
            <a:cxnSpLocks/>
            <a:stCxn id="24" idx="4"/>
            <a:endCxn id="9" idx="0"/>
          </p:cNvCxnSpPr>
          <p:nvPr/>
        </p:nvCxnSpPr>
        <p:spPr>
          <a:xfrm flipH="1">
            <a:off x="4406288" y="2302970"/>
            <a:ext cx="1318414" cy="319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38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8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133" y="93133"/>
            <a:ext cx="8966200" cy="49826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number&#10;&#10;Description automatically generated with medium confidence">
            <a:extLst>
              <a:ext uri="{FF2B5EF4-FFF2-40B4-BE49-F238E27FC236}">
                <a16:creationId xmlns:a16="http://schemas.microsoft.com/office/drawing/2014/main" id="{636B96AD-885D-2176-C47F-D3058F615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7" y="381663"/>
            <a:ext cx="8967698" cy="41823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4A336F-8212-F59C-0FB7-EFB7F3619046}"/>
              </a:ext>
            </a:extLst>
          </p:cNvPr>
          <p:cNvSpPr txBox="1"/>
          <p:nvPr/>
        </p:nvSpPr>
        <p:spPr>
          <a:xfrm>
            <a:off x="5020597" y="4623337"/>
            <a:ext cx="4030270" cy="276999"/>
          </a:xfrm>
          <a:prstGeom prst="rect">
            <a:avLst/>
          </a:prstGeom>
          <a:ln w="6350">
            <a:solidFill>
              <a:schemeClr val="accent4">
                <a:lumMod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Pattern Indication of Money Laundering</a:t>
            </a:r>
          </a:p>
        </p:txBody>
      </p:sp>
    </p:spTree>
    <p:extLst>
      <p:ext uri="{BB962C8B-B14F-4D97-AF65-F5344CB8AC3E}">
        <p14:creationId xmlns:p14="http://schemas.microsoft.com/office/powerpoint/2010/main" val="2727537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A124-8CE8-8B5B-C0E5-88D3DEA1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7AB9411A-9432-EE72-7533-0F44D89DB2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133" y="93133"/>
            <a:ext cx="8966200" cy="49826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DC2596-3DFE-D004-2272-DBF8AEE219EB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A8A04-2E06-B887-17AB-324F2412239D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CBFE5C-6C0E-C14B-8361-12441E50937C}"/>
              </a:ext>
            </a:extLst>
          </p:cNvPr>
          <p:cNvSpPr txBox="1"/>
          <p:nvPr/>
        </p:nvSpPr>
        <p:spPr>
          <a:xfrm>
            <a:off x="1609561" y="163143"/>
            <a:ext cx="54362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35542-9EAC-1FC5-78F6-7B02C057CC5C}"/>
              </a:ext>
            </a:extLst>
          </p:cNvPr>
          <p:cNvSpPr txBox="1"/>
          <p:nvPr/>
        </p:nvSpPr>
        <p:spPr>
          <a:xfrm>
            <a:off x="397932" y="846668"/>
            <a:ext cx="83481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Successful</a:t>
            </a: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</a:t>
            </a:r>
            <a:r>
              <a:rPr lang="en-US" sz="2000" u="sng" dirty="0">
                <a:ln w="0"/>
                <a:solidFill>
                  <a:schemeClr val="accent4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implementation of Ethereum’s JSON RPC API methods for retrieving ERC-20 token transaction logs</a:t>
            </a: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u="sng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Validated retrieved data</a:t>
            </a:r>
            <a:r>
              <a:rPr lang="en-US" sz="20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</a:t>
            </a: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by combining custom node interaction with third-party validation.</a:t>
            </a:r>
            <a:endParaRPr 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u="sng" dirty="0">
                <a:ln w="0"/>
                <a:solidFill>
                  <a:schemeClr val="accent5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Analyzed for potential money laundering patterns, </a:t>
            </a: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offering valuable insights into blockchain transactions and their misuse.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Additionally, this work contributes to a broader research project focused on money laundering detection, offering practical insights for future developments in this area.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792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E879-EE59-0668-9DC7-2A599A72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1CDF5CD-DCCC-204C-BDA4-C599425F9CA1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800BC6-D7B3-9B49-F1B2-72261760C7B0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3857E6-5807-174D-989E-3F9BFF182E2A}"/>
              </a:ext>
            </a:extLst>
          </p:cNvPr>
          <p:cNvSpPr txBox="1"/>
          <p:nvPr/>
        </p:nvSpPr>
        <p:spPr>
          <a:xfrm>
            <a:off x="1609561" y="163143"/>
            <a:ext cx="54362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FBC98-D932-5840-2854-0EE9FC21A4B3}"/>
              </a:ext>
            </a:extLst>
          </p:cNvPr>
          <p:cNvSpPr txBox="1"/>
          <p:nvPr/>
        </p:nvSpPr>
        <p:spPr>
          <a:xfrm>
            <a:off x="190500" y="594030"/>
            <a:ext cx="8763000" cy="445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Biggest Crypto Heist. </a:t>
            </a:r>
            <a:r>
              <a:rPr lang="en-GB" sz="1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b="1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[Assessed 22 07 2024] Available from: https://</a:t>
            </a:r>
            <a:r>
              <a:rPr lang="en-GB" sz="1000" dirty="0" err="1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www.statista.com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/chart/12707/largest-known-crypto-currency-thefts/</a:t>
            </a:r>
            <a:endParaRPr lang="en-GB" sz="1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Crypto Exchange Hack. 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September </a:t>
            </a:r>
            <a:r>
              <a:rPr lang="en-GB" sz="1000" b="1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[Assessed 22 08 2024] Available from: https://</a:t>
            </a:r>
            <a:r>
              <a:rPr lang="en-GB" sz="1000" dirty="0" err="1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www.coindesk.com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/markets/2020/09/26/over-280m-drained-in-kucoin-crypto-exchange-hack/</a:t>
            </a:r>
            <a:endParaRPr lang="en-GB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Money Laundering Stages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[Assessed 24 08 2024] Available from: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https://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www.unodc.org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unodc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/money-laundering/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overview.html</a:t>
            </a:r>
            <a:endParaRPr lang="en-GB" sz="1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Yuan, Q., Huang, B., Zhang, J., Wu, J., Zhang, H. and Zhang, X. </a:t>
            </a:r>
            <a:r>
              <a:rPr lang="en-GB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October. Detecting phishing scams on Ethereum</a:t>
            </a: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transaction records. In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 IEEE international</a:t>
            </a: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symposium on circuits and systems (ISCAS)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(pp. 1-5). IEEE.</a:t>
            </a:r>
          </a:p>
          <a:p>
            <a:pPr algn="just">
              <a:lnSpc>
                <a:spcPct val="150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Shadrooh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and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Nørvåg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K. </a:t>
            </a:r>
            <a:r>
              <a:rPr lang="en-GB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SMoTeF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Smurf money laundering detection using temporal order and flow analysis.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Intelligence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pp.1-18.</a:t>
            </a:r>
          </a:p>
          <a:p>
            <a:pPr algn="just">
              <a:lnSpc>
                <a:spcPct val="150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Wu, J., Lin, D., Fu, Q., Yang, S., Chen, T., Zheng, Z. and Song, B. </a:t>
            </a:r>
            <a:r>
              <a:rPr lang="en-GB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Towards Understanding Asset Flows in Crypto Money Laundering Through the Lenses of Ethereum Heists.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Information Forensics and Security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 Study: How We Track Crypto Money Laundering for Off-Chain Crime. September </a:t>
            </a:r>
            <a:r>
              <a:rPr lang="en-GB" sz="1000" b="1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GB" sz="100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[Assessed 22 06 2024] Available from: 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https://www.chainalysis.com/blog/japan-</a:t>
            </a:r>
            <a:r>
              <a:rPr lang="en-GB" sz="1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cryptocurrency-money-laundering-case-study</a:t>
            </a:r>
          </a:p>
          <a:p>
            <a:pPr algn="just">
              <a:lnSpc>
                <a:spcPct val="150000"/>
              </a:lnSpc>
            </a:pP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Di Angelo, M. and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Salzer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G. </a:t>
            </a:r>
            <a:r>
              <a:rPr lang="en-GB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August. Tokens, types, and standards: identification and utilization in Ethereum. In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 IEEE International Conference on Decentralized Applications</a:t>
            </a: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Infrastructures (DAPPS)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(pp. 1-10). IEEE.</a:t>
            </a:r>
          </a:p>
          <a:p>
            <a:pPr algn="just">
              <a:lnSpc>
                <a:spcPct val="150000"/>
              </a:lnSpc>
            </a:pP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Wronka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</a:t>
            </a:r>
            <a:r>
              <a:rPr lang="en-GB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“Cyber-laundering”: the change of money laundering in the digital age.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Money Laundering Control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(2), pp.330-344.</a:t>
            </a:r>
          </a:p>
          <a:p>
            <a:pPr algn="just">
              <a:lnSpc>
                <a:spcPct val="150000"/>
              </a:lnSpc>
            </a:pP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Teichmann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F. </a:t>
            </a:r>
            <a:r>
              <a:rPr lang="en-GB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Recent trends in money laundering.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Crime, Law and Social Change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pp.237-247.</a:t>
            </a:r>
          </a:p>
          <a:p>
            <a:pPr algn="just">
              <a:lnSpc>
                <a:spcPct val="150000"/>
              </a:lnSpc>
            </a:pP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11. Aimar, D. </a:t>
            </a:r>
            <a:r>
              <a:rPr lang="en-GB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Extraction, indexing and analysis of Ethereum smart contracts data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(Doctoral dissertation,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Politecnico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Torino).</a:t>
            </a:r>
          </a:p>
          <a:p>
            <a:pPr algn="just">
              <a:lnSpc>
                <a:spcPct val="150000"/>
              </a:lnSpc>
            </a:pP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12. Chen, H., Pendleton, M.,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Njilla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L. and Xu, S. </a:t>
            </a:r>
            <a:r>
              <a:rPr lang="en-GB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 survey on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systems security: Vulnerabilities, attacks, and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ACM Computing Surveys (CSUR)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(3), pp.1-43.</a:t>
            </a:r>
          </a:p>
          <a:p>
            <a:pPr algn="just">
              <a:lnSpc>
                <a:spcPct val="150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Aimar, D. </a:t>
            </a:r>
            <a:r>
              <a:rPr lang="en-GB" sz="1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Extraction, indexing and analysis of Ethereum smart contracts data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(Doctoral dissertation, </a:t>
            </a:r>
            <a:r>
              <a:rPr lang="en-GB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Politecnico</a:t>
            </a:r>
            <a:r>
              <a:rPr lang="en-GB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Torino). </a:t>
            </a:r>
            <a:endParaRPr lang="en-US" sz="1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296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F54E-AE36-F8B8-54FB-D3BD975D1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cubes&#10;&#10;Description automatically generated">
            <a:extLst>
              <a:ext uri="{FF2B5EF4-FFF2-40B4-BE49-F238E27FC236}">
                <a16:creationId xmlns:a16="http://schemas.microsoft.com/office/drawing/2014/main" id="{2A5AC1A5-AA27-B1EA-DCCD-182CE6FE34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  <a14:imgEffect>
                      <a14:saturation sat="33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37869"/>
          <a:stretch/>
        </p:blipFill>
        <p:spPr>
          <a:xfrm>
            <a:off x="93133" y="93133"/>
            <a:ext cx="8966200" cy="4982635"/>
          </a:xfrm>
          <a:prstGeom prst="rect">
            <a:avLst/>
          </a:prstGeom>
        </p:spPr>
      </p:pic>
      <p:pic>
        <p:nvPicPr>
          <p:cNvPr id="10" name="Picture 9" descr="A blue hexagons and arrows&#10;&#10;Description automatically generated">
            <a:extLst>
              <a:ext uri="{FF2B5EF4-FFF2-40B4-BE49-F238E27FC236}">
                <a16:creationId xmlns:a16="http://schemas.microsoft.com/office/drawing/2014/main" id="{7B688275-09EB-7812-7893-E5C0A0A7BF7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5400000">
            <a:off x="-756539" y="930108"/>
            <a:ext cx="4982634" cy="32832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9652C7-52A6-0C75-184F-303D28B23F12}"/>
              </a:ext>
            </a:extLst>
          </p:cNvPr>
          <p:cNvSpPr/>
          <p:nvPr/>
        </p:nvSpPr>
        <p:spPr>
          <a:xfrm>
            <a:off x="93133" y="93133"/>
            <a:ext cx="8966200" cy="4969934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FB4792-6EE3-99C2-6D70-58A368770D2C}"/>
              </a:ext>
            </a:extLst>
          </p:cNvPr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BF0DA-8986-4FA8-4383-486F5E2F2DAA}"/>
              </a:ext>
            </a:extLst>
          </p:cNvPr>
          <p:cNvSpPr txBox="1"/>
          <p:nvPr/>
        </p:nvSpPr>
        <p:spPr>
          <a:xfrm>
            <a:off x="1853862" y="2153563"/>
            <a:ext cx="54362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88565510"/>
      </p:ext>
    </p:extLst>
  </p:cSld>
  <p:clrMapOvr>
    <a:masterClrMapping/>
  </p:clrMapOvr>
</p:sld>
</file>

<file path=ppt/theme/theme1.xml><?xml version="1.0" encoding="utf-8"?>
<a:theme xmlns:a="http://schemas.openxmlformats.org/drawingml/2006/main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893</Words>
  <Application>Microsoft Office PowerPoint</Application>
  <PresentationFormat>On-screen Show (16:9)</PresentationFormat>
  <Paragraphs>113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Fira Sans Extra Condensed SemiBold</vt:lpstr>
      <vt:lpstr>Arial</vt:lpstr>
      <vt:lpstr>Aptos</vt:lpstr>
      <vt:lpstr>Times New Roman</vt:lpstr>
      <vt:lpstr>Roboto</vt:lpstr>
      <vt:lpstr>Abadi</vt:lpstr>
      <vt:lpstr>Data Migration Process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Juilee Gund (MSc Cyber Security FT)</cp:lastModifiedBy>
  <cp:revision>18</cp:revision>
  <dcterms:modified xsi:type="dcterms:W3CDTF">2024-08-23T06:54:03Z</dcterms:modified>
</cp:coreProperties>
</file>